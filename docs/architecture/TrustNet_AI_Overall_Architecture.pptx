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fc56c03b4847d7" /><Relationship Type="http://schemas.openxmlformats.org/officeDocument/2006/relationships/extended-properties" Target="/docProps/app.xml" Id="Rd7a829ea09f34b6a" /><Relationship Type="http://schemas.openxmlformats.org/officeDocument/2006/relationships/officeDocument" Target="/ppt/presentation.xml" Id="R8c5526db503b4116" /></Relationships>
</file>

<file path=ppt/presentation.xml><?xml version="1.0" encoding="utf-8"?>
<p:presentation xmlns:p="http://schemas.openxmlformats.org/presentationml/2006/main">
  <p:sldMasterIdLst>
    <p:sldMasterId xmlns:r="http://schemas.openxmlformats.org/officeDocument/2006/relationships" id="2147483648" r:id="R1f786b2dc34e488e"/>
  </p:sldMasterIdLst>
  <p:notesMasterIdLst>
    <p:notesMasterId xmlns:r="http://schemas.openxmlformats.org/officeDocument/2006/relationships" r:id="R7d0bb228024841f0"/>
  </p:notesMasterIdLst>
  <p:sldIdLst>
    <p:sldId xmlns:r="http://schemas.openxmlformats.org/officeDocument/2006/relationships" id="256" r:id="Reed8c2801cb84583"/>
  </p:sldIdLst>
  <p:sldSz cx="17145000" cy="14382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b488e7c51a4784" /><Relationship Type="http://schemas.openxmlformats.org/officeDocument/2006/relationships/slideMaster" Target="/ppt/slideMasters/slideMaster1.xml" Id="R1f786b2dc34e488e" /><Relationship Type="http://schemas.openxmlformats.org/officeDocument/2006/relationships/notesMaster" Target="/ppt/notesMasters/notesMaster1.xml" Id="R7d0bb228024841f0" /><Relationship Type="http://schemas.openxmlformats.org/officeDocument/2006/relationships/presProps" Target="/ppt/presProps.xml" Id="Rf12041e3b8bd446e" /><Relationship Type="http://schemas.openxmlformats.org/officeDocument/2006/relationships/tableStyles" Target="/ppt/tableStyles.xml" Id="R12613736a63f4892" /><Relationship Type="http://schemas.openxmlformats.org/officeDocument/2006/relationships/slide" Target="/ppt/slides/slide1.xml" Id="Reed8c2801cb845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6baf3c0ce646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58f0b37d91478d" /><Relationship Type="http://schemas.openxmlformats.org/officeDocument/2006/relationships/notesMaster" Target="/ppt/notesMasters/notesMaster1.xml" Id="R962f57e9d93641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architecture, grounded in the current repository and scoped to a credible target design. Top-to-bottom arrows show the logical request/result path, not literal network routes through every security or service card. All six engines are parallel alternatives. The top bus dispatches selected content; the bottom bus collects only relevant available results. Embedded URLs in messages reuse the phishing engine, as specified in the scam card, and results meet at shared assessment. REST is used for interactive inference; the currently integrated asynchronous Kafka workflow is phishing, not a claim that all other modules use Kafka. Common assessment preserves module scores, applies appropriate decision rules, reports uncertainty and missing checks, and exposes model-specific evidence. A risk index is not a measured accuracy or necessarily a calibrated probability. The image main model remains dima806/deepfake_vs_real_image_detection (ViT). ELA, FFT and noise are supporting forensic checks; Grad-CAM explains only supporting EfficientNet-B0. ResNeXt visual features followed by LSTM and a parallel quality-gated rPPG branch specify video design, not a trained evaluated checkpoint. Audio Wav2Vec2 and fake-review SBERT are target choices with no claimed measured result. Layers 9 and 10 are support resources without arrows to avoid depicting compulsory sequential storage or a data path into deployment tools. SQL storage uses configured SQLAlchemy persistence: SQLite in local development, PostgreSQL available in Compose/configuration. MongoDB serves the phishing repository. Service health endpoints and shared logging exist. Redis and MinIO/S3 are optional repository facilities, not required current scan runtime components, so omitted. Prometheus, Grafana, ELK, Kubernetes, NGINX and AWS/Azure are omitted because current core deployment does not require them. Local model artifact bundles and the existing Hugging Face download/cache flow remain unchanged. No implementation, deployment completion or performance claim is made for unfinished modules. Icons: Lucide ISC. Model source reference for ResNeXt: https://openaccess.thecvf.com/content_cvpr_2017/html/Xie_Aggregated_Residual_Transformations_CVPR_2017_paper.html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ba720af4094b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758c07330e41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691956955542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c737f06e1d4f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84d2ba5a9c48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42c98e287442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936D0B-D92C-4A19-A4D8-44621B0A6A0A}"/>
              </a:ext>
            </a:extLst>
          </p:cNvPr>
          <p:cNvSpPr>
            <a:spLocks xmlns:a="http://schemas.openxmlformats.org/drawingml/2006/main" noGrp="1"/>
          </p:cNvSpPr>
          <p:nvPr>
            <p:ph type="title" idx="0"/>
          </p:nvPr>
        </p:nvSpPr>
        <p:spPr>
          <a:xfrm xmlns:a="http://schemas.openxmlformats.org/drawingml/2006/main">
            <a:off x="1714500" y="5433483"/>
            <a:ext cx="13716000" cy="207750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750" b="1">
                <a:solidFill>
                  <a:schemeClr val="tx1"/>
                </a:solidFill>
                <a:latin typeface="+mj-lt"/>
                <a:ea typeface="+mj-lt"/>
                <a:cs typeface="+mj-lt"/>
              </a:defRPr>
            </a:defPPr>
            <a:lvl1pPr marL="0" indent="0" algn="ctr">
              <a:lnSpc>
                <a:spcPct val="110000"/>
              </a:lnSpc>
              <a:spcBef>
                <a:spcPts val="0"/>
              </a:spcBef>
              <a:spcAft>
                <a:spcPts val="0"/>
              </a:spcAft>
              <a:buNone/>
              <a:defRPr sz="6750" b="1">
                <a:solidFill>
                  <a:schemeClr val="tx1"/>
                </a:solidFill>
                <a:latin typeface="+mj-lt"/>
                <a:ea typeface="+mj-lt"/>
                <a:cs typeface="+mj-lt"/>
              </a:defRPr>
            </a:lvl1pPr>
            <a:lvl2pPr marL="0" indent="0" algn="ctr">
              <a:lnSpc>
                <a:spcPct val="110000"/>
              </a:lnSpc>
              <a:spcBef>
                <a:spcPts val="0"/>
              </a:spcBef>
              <a:spcAft>
                <a:spcPts val="0"/>
              </a:spcAft>
              <a:buNone/>
              <a:defRPr sz="6750" b="1">
                <a:solidFill>
                  <a:schemeClr val="tx1"/>
                </a:solidFill>
                <a:latin typeface="+mj-lt"/>
                <a:ea typeface="+mj-lt"/>
                <a:cs typeface="+mj-lt"/>
              </a:defRPr>
            </a:lvl2pPr>
            <a:lvl3pPr marL="0" indent="0" algn="ctr">
              <a:lnSpc>
                <a:spcPct val="110000"/>
              </a:lnSpc>
              <a:spcBef>
                <a:spcPts val="0"/>
              </a:spcBef>
              <a:spcAft>
                <a:spcPts val="0"/>
              </a:spcAft>
              <a:buNone/>
              <a:defRPr sz="6750" b="1">
                <a:solidFill>
                  <a:schemeClr val="tx1"/>
                </a:solidFill>
                <a:latin typeface="+mj-lt"/>
                <a:ea typeface="+mj-lt"/>
                <a:cs typeface="+mj-lt"/>
              </a:defRPr>
            </a:lvl3pPr>
            <a:lvl4pPr marL="0" indent="0" algn="ctr">
              <a:lnSpc>
                <a:spcPct val="110000"/>
              </a:lnSpc>
              <a:spcBef>
                <a:spcPts val="0"/>
              </a:spcBef>
              <a:spcAft>
                <a:spcPts val="0"/>
              </a:spcAft>
              <a:buNone/>
              <a:defRPr sz="6750" b="1">
                <a:solidFill>
                  <a:schemeClr val="tx1"/>
                </a:solidFill>
                <a:latin typeface="+mj-lt"/>
                <a:ea typeface="+mj-lt"/>
                <a:cs typeface="+mj-lt"/>
              </a:defRPr>
            </a:lvl4pPr>
            <a:lvl5pPr marL="0" indent="0" algn="ctr">
              <a:lnSpc>
                <a:spcPct val="110000"/>
              </a:lnSpc>
              <a:spcBef>
                <a:spcPts val="0"/>
              </a:spcBef>
              <a:spcAft>
                <a:spcPts val="0"/>
              </a:spcAft>
              <a:buNone/>
              <a:defRPr sz="6750" b="1">
                <a:solidFill>
                  <a:schemeClr val="tx1"/>
                </a:solidFill>
                <a:latin typeface="+mj-lt"/>
                <a:ea typeface="+mj-lt"/>
                <a:cs typeface="+mj-lt"/>
              </a:defRPr>
            </a:lvl5pPr>
            <a:lvl6pPr marL="0" indent="0" algn="ctr">
              <a:lnSpc>
                <a:spcPct val="110000"/>
              </a:lnSpc>
              <a:spcBef>
                <a:spcPts val="0"/>
              </a:spcBef>
              <a:spcAft>
                <a:spcPts val="0"/>
              </a:spcAft>
              <a:buNone/>
              <a:defRPr sz="6750" b="1">
                <a:solidFill>
                  <a:schemeClr val="tx1"/>
                </a:solidFill>
                <a:latin typeface="+mj-lt"/>
                <a:ea typeface="+mj-lt"/>
                <a:cs typeface="+mj-lt"/>
              </a:defRPr>
            </a:lvl6pPr>
            <a:lvl7pPr marL="0" indent="0" algn="ctr">
              <a:lnSpc>
                <a:spcPct val="110000"/>
              </a:lnSpc>
              <a:spcBef>
                <a:spcPts val="0"/>
              </a:spcBef>
              <a:spcAft>
                <a:spcPts val="0"/>
              </a:spcAft>
              <a:buNone/>
              <a:defRPr sz="6750" b="1">
                <a:solidFill>
                  <a:schemeClr val="tx1"/>
                </a:solidFill>
                <a:latin typeface="+mj-lt"/>
                <a:ea typeface="+mj-lt"/>
                <a:cs typeface="+mj-lt"/>
              </a:defRPr>
            </a:lvl7pPr>
            <a:lvl8pPr marL="0" indent="0" algn="ctr">
              <a:lnSpc>
                <a:spcPct val="110000"/>
              </a:lnSpc>
              <a:spcBef>
                <a:spcPts val="0"/>
              </a:spcBef>
              <a:spcAft>
                <a:spcPts val="0"/>
              </a:spcAft>
              <a:buNone/>
              <a:defRPr sz="6750" b="1">
                <a:solidFill>
                  <a:schemeClr val="tx1"/>
                </a:solidFill>
                <a:latin typeface="+mj-lt"/>
                <a:ea typeface="+mj-lt"/>
                <a:cs typeface="+mj-lt"/>
              </a:defRPr>
            </a:lvl8pPr>
            <a:lvl9pPr marL="0" indent="0" algn="ctr">
              <a:lnSpc>
                <a:spcPct val="110000"/>
              </a:lnSpc>
              <a:spcBef>
                <a:spcPts val="0"/>
              </a:spcBef>
              <a:spcAft>
                <a:spcPts val="0"/>
              </a:spcAft>
              <a:buNone/>
              <a:defRPr sz="67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5D9BE9-3B4B-419D-A8DA-A6D6E46D6F11}"/>
              </a:ext>
            </a:extLst>
          </p:cNvPr>
          <p:cNvSpPr>
            <a:spLocks xmlns:a="http://schemas.openxmlformats.org/drawingml/2006/main" noGrp="1"/>
          </p:cNvSpPr>
          <p:nvPr>
            <p:ph type="subTitle" idx="1"/>
          </p:nvPr>
        </p:nvSpPr>
        <p:spPr>
          <a:xfrm xmlns:a="http://schemas.openxmlformats.org/drawingml/2006/main">
            <a:off x="2571750" y="7910513"/>
            <a:ext cx="12001500" cy="159808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53" b="0">
                <a:solidFill>
                  <a:schemeClr val="tx1"/>
                </a:solidFill>
                <a:latin typeface="+mn-lt"/>
                <a:ea typeface="+mn-lt"/>
                <a:cs typeface="+mn-lt"/>
              </a:defRPr>
            </a:defPPr>
            <a:lvl1pPr marL="0" indent="0" algn="ctr">
              <a:lnSpc>
                <a:spcPct val="110000"/>
              </a:lnSpc>
              <a:spcBef>
                <a:spcPts val="0"/>
              </a:spcBef>
              <a:spcAft>
                <a:spcPts val="0"/>
              </a:spcAft>
              <a:buNone/>
              <a:defRPr sz="2953" b="0">
                <a:solidFill>
                  <a:schemeClr val="tx1"/>
                </a:solidFill>
                <a:latin typeface="+mn-lt"/>
                <a:ea typeface="+mn-lt"/>
                <a:cs typeface="+mn-lt"/>
              </a:defRPr>
            </a:lvl1pPr>
            <a:lvl2pPr marL="0" indent="0" algn="ctr">
              <a:lnSpc>
                <a:spcPct val="110000"/>
              </a:lnSpc>
              <a:spcBef>
                <a:spcPts val="0"/>
              </a:spcBef>
              <a:spcAft>
                <a:spcPts val="0"/>
              </a:spcAft>
              <a:buNone/>
              <a:defRPr sz="2953" b="0">
                <a:solidFill>
                  <a:schemeClr val="tx1"/>
                </a:solidFill>
                <a:latin typeface="+mn-lt"/>
                <a:ea typeface="+mn-lt"/>
                <a:cs typeface="+mn-lt"/>
              </a:defRPr>
            </a:lvl2pPr>
            <a:lvl3pPr marL="0" indent="0" algn="ctr">
              <a:lnSpc>
                <a:spcPct val="110000"/>
              </a:lnSpc>
              <a:spcBef>
                <a:spcPts val="0"/>
              </a:spcBef>
              <a:spcAft>
                <a:spcPts val="0"/>
              </a:spcAft>
              <a:buNone/>
              <a:defRPr sz="2953" b="0">
                <a:solidFill>
                  <a:schemeClr val="tx1"/>
                </a:solidFill>
                <a:latin typeface="+mn-lt"/>
                <a:ea typeface="+mn-lt"/>
                <a:cs typeface="+mn-lt"/>
              </a:defRPr>
            </a:lvl3pPr>
            <a:lvl4pPr marL="0" indent="0" algn="ctr">
              <a:lnSpc>
                <a:spcPct val="110000"/>
              </a:lnSpc>
              <a:spcBef>
                <a:spcPts val="0"/>
              </a:spcBef>
              <a:spcAft>
                <a:spcPts val="0"/>
              </a:spcAft>
              <a:buNone/>
              <a:defRPr sz="2953" b="0">
                <a:solidFill>
                  <a:schemeClr val="tx1"/>
                </a:solidFill>
                <a:latin typeface="+mn-lt"/>
                <a:ea typeface="+mn-lt"/>
                <a:cs typeface="+mn-lt"/>
              </a:defRPr>
            </a:lvl4pPr>
            <a:lvl5pPr marL="0" indent="0" algn="ctr">
              <a:lnSpc>
                <a:spcPct val="110000"/>
              </a:lnSpc>
              <a:spcBef>
                <a:spcPts val="0"/>
              </a:spcBef>
              <a:spcAft>
                <a:spcPts val="0"/>
              </a:spcAft>
              <a:buNone/>
              <a:defRPr sz="2953" b="0">
                <a:solidFill>
                  <a:schemeClr val="tx1"/>
                </a:solidFill>
                <a:latin typeface="+mn-lt"/>
                <a:ea typeface="+mn-lt"/>
                <a:cs typeface="+mn-lt"/>
              </a:defRPr>
            </a:lvl5pPr>
            <a:lvl6pPr marL="0" indent="0" algn="ctr">
              <a:lnSpc>
                <a:spcPct val="110000"/>
              </a:lnSpc>
              <a:spcBef>
                <a:spcPts val="0"/>
              </a:spcBef>
              <a:spcAft>
                <a:spcPts val="0"/>
              </a:spcAft>
              <a:buNone/>
              <a:defRPr sz="2953" b="0">
                <a:solidFill>
                  <a:schemeClr val="tx1"/>
                </a:solidFill>
                <a:latin typeface="+mn-lt"/>
                <a:ea typeface="+mn-lt"/>
                <a:cs typeface="+mn-lt"/>
              </a:defRPr>
            </a:lvl6pPr>
            <a:lvl7pPr marL="0" indent="0" algn="ctr">
              <a:lnSpc>
                <a:spcPct val="110000"/>
              </a:lnSpc>
              <a:spcBef>
                <a:spcPts val="0"/>
              </a:spcBef>
              <a:spcAft>
                <a:spcPts val="0"/>
              </a:spcAft>
              <a:buNone/>
              <a:defRPr sz="2953" b="0">
                <a:solidFill>
                  <a:schemeClr val="tx1"/>
                </a:solidFill>
                <a:latin typeface="+mn-lt"/>
                <a:ea typeface="+mn-lt"/>
                <a:cs typeface="+mn-lt"/>
              </a:defRPr>
            </a:lvl7pPr>
            <a:lvl8pPr marL="0" indent="0" algn="ctr">
              <a:lnSpc>
                <a:spcPct val="110000"/>
              </a:lnSpc>
              <a:spcBef>
                <a:spcPts val="0"/>
              </a:spcBef>
              <a:spcAft>
                <a:spcPts val="0"/>
              </a:spcAft>
              <a:buNone/>
              <a:defRPr sz="2953" b="0">
                <a:solidFill>
                  <a:schemeClr val="tx1"/>
                </a:solidFill>
                <a:latin typeface="+mn-lt"/>
                <a:ea typeface="+mn-lt"/>
                <a:cs typeface="+mn-lt"/>
              </a:defRPr>
            </a:lvl8pPr>
            <a:lvl9pPr marL="0" indent="0" algn="ctr">
              <a:lnSpc>
                <a:spcPct val="110000"/>
              </a:lnSpc>
              <a:spcBef>
                <a:spcPts val="0"/>
              </a:spcBef>
              <a:spcAft>
                <a:spcPts val="0"/>
              </a:spcAft>
              <a:buNone/>
              <a:defRPr sz="295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9C3453-4C8F-4E85-8D47-3C1A51D990A4}"/>
              </a:ext>
            </a:extLst>
          </p:cNvPr>
          <p:cNvSpPr>
            <a:spLocks xmlns:a="http://schemas.openxmlformats.org/drawingml/2006/main" noGrp="1"/>
          </p:cNvSpPr>
          <p:nvPr>
            <p:ph type="title" idx="0"/>
          </p:nvPr>
        </p:nvSpPr>
        <p:spPr>
          <a:xfrm xmlns:a="http://schemas.openxmlformats.org/drawingml/2006/main">
            <a:off x="1714500" y="5992813"/>
            <a:ext cx="13716000" cy="2397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906" b="1">
                <a:solidFill>
                  <a:schemeClr val="tx1"/>
                </a:solidFill>
                <a:latin typeface="+mj-lt"/>
                <a:ea typeface="+mj-lt"/>
                <a:cs typeface="+mj-lt"/>
              </a:defRPr>
            </a:defPPr>
            <a:lvl1pPr marL="0" indent="0" algn="ctr">
              <a:lnSpc>
                <a:spcPct val="110000"/>
              </a:lnSpc>
              <a:spcBef>
                <a:spcPts val="0"/>
              </a:spcBef>
              <a:spcAft>
                <a:spcPts val="0"/>
              </a:spcAft>
              <a:buNone/>
              <a:defRPr sz="5906" b="1">
                <a:solidFill>
                  <a:schemeClr val="tx1"/>
                </a:solidFill>
                <a:latin typeface="+mj-lt"/>
                <a:ea typeface="+mj-lt"/>
                <a:cs typeface="+mj-lt"/>
              </a:defRPr>
            </a:lvl1pPr>
            <a:lvl2pPr marL="0" indent="0" algn="ctr">
              <a:lnSpc>
                <a:spcPct val="110000"/>
              </a:lnSpc>
              <a:spcBef>
                <a:spcPts val="0"/>
              </a:spcBef>
              <a:spcAft>
                <a:spcPts val="0"/>
              </a:spcAft>
              <a:buNone/>
              <a:defRPr sz="5906" b="1">
                <a:solidFill>
                  <a:schemeClr val="tx1"/>
                </a:solidFill>
                <a:latin typeface="+mj-lt"/>
                <a:ea typeface="+mj-lt"/>
                <a:cs typeface="+mj-lt"/>
              </a:defRPr>
            </a:lvl2pPr>
            <a:lvl3pPr marL="0" indent="0" algn="ctr">
              <a:lnSpc>
                <a:spcPct val="110000"/>
              </a:lnSpc>
              <a:spcBef>
                <a:spcPts val="0"/>
              </a:spcBef>
              <a:spcAft>
                <a:spcPts val="0"/>
              </a:spcAft>
              <a:buNone/>
              <a:defRPr sz="5906" b="1">
                <a:solidFill>
                  <a:schemeClr val="tx1"/>
                </a:solidFill>
                <a:latin typeface="+mj-lt"/>
                <a:ea typeface="+mj-lt"/>
                <a:cs typeface="+mj-lt"/>
              </a:defRPr>
            </a:lvl3pPr>
            <a:lvl4pPr marL="0" indent="0" algn="ctr">
              <a:lnSpc>
                <a:spcPct val="110000"/>
              </a:lnSpc>
              <a:spcBef>
                <a:spcPts val="0"/>
              </a:spcBef>
              <a:spcAft>
                <a:spcPts val="0"/>
              </a:spcAft>
              <a:buNone/>
              <a:defRPr sz="5906" b="1">
                <a:solidFill>
                  <a:schemeClr val="tx1"/>
                </a:solidFill>
                <a:latin typeface="+mj-lt"/>
                <a:ea typeface="+mj-lt"/>
                <a:cs typeface="+mj-lt"/>
              </a:defRPr>
            </a:lvl4pPr>
            <a:lvl5pPr marL="0" indent="0" algn="ctr">
              <a:lnSpc>
                <a:spcPct val="110000"/>
              </a:lnSpc>
              <a:spcBef>
                <a:spcPts val="0"/>
              </a:spcBef>
              <a:spcAft>
                <a:spcPts val="0"/>
              </a:spcAft>
              <a:buNone/>
              <a:defRPr sz="5906" b="1">
                <a:solidFill>
                  <a:schemeClr val="tx1"/>
                </a:solidFill>
                <a:latin typeface="+mj-lt"/>
                <a:ea typeface="+mj-lt"/>
                <a:cs typeface="+mj-lt"/>
              </a:defRPr>
            </a:lvl5pPr>
            <a:lvl6pPr marL="0" indent="0" algn="ctr">
              <a:lnSpc>
                <a:spcPct val="110000"/>
              </a:lnSpc>
              <a:spcBef>
                <a:spcPts val="0"/>
              </a:spcBef>
              <a:spcAft>
                <a:spcPts val="0"/>
              </a:spcAft>
              <a:buNone/>
              <a:defRPr sz="5906" b="1">
                <a:solidFill>
                  <a:schemeClr val="tx1"/>
                </a:solidFill>
                <a:latin typeface="+mj-lt"/>
                <a:ea typeface="+mj-lt"/>
                <a:cs typeface="+mj-lt"/>
              </a:defRPr>
            </a:lvl6pPr>
            <a:lvl7pPr marL="0" indent="0" algn="ctr">
              <a:lnSpc>
                <a:spcPct val="110000"/>
              </a:lnSpc>
              <a:spcBef>
                <a:spcPts val="0"/>
              </a:spcBef>
              <a:spcAft>
                <a:spcPts val="0"/>
              </a:spcAft>
              <a:buNone/>
              <a:defRPr sz="5906" b="1">
                <a:solidFill>
                  <a:schemeClr val="tx1"/>
                </a:solidFill>
                <a:latin typeface="+mj-lt"/>
                <a:ea typeface="+mj-lt"/>
                <a:cs typeface="+mj-lt"/>
              </a:defRPr>
            </a:lvl7pPr>
            <a:lvl8pPr marL="0" indent="0" algn="ctr">
              <a:lnSpc>
                <a:spcPct val="110000"/>
              </a:lnSpc>
              <a:spcBef>
                <a:spcPts val="0"/>
              </a:spcBef>
              <a:spcAft>
                <a:spcPts val="0"/>
              </a:spcAft>
              <a:buNone/>
              <a:defRPr sz="5906" b="1">
                <a:solidFill>
                  <a:schemeClr val="tx1"/>
                </a:solidFill>
                <a:latin typeface="+mj-lt"/>
                <a:ea typeface="+mj-lt"/>
                <a:cs typeface="+mj-lt"/>
              </a:defRPr>
            </a:lvl8pPr>
            <a:lvl9pPr marL="0" indent="0" algn="ctr">
              <a:lnSpc>
                <a:spcPct val="110000"/>
              </a:lnSpc>
              <a:spcBef>
                <a:spcPts val="0"/>
              </a:spcBef>
              <a:spcAft>
                <a:spcPts val="0"/>
              </a:spcAft>
              <a:buNone/>
              <a:defRPr sz="5906"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A200AF-FA2D-4C2F-B6F2-8586C5D72CE4}"/>
              </a:ext>
            </a:extLst>
          </p:cNvPr>
          <p:cNvSpPr>
            <a:spLocks xmlns:a="http://schemas.openxmlformats.org/drawingml/2006/main" noGrp="1"/>
          </p:cNvSpPr>
          <p:nvPr>
            <p:ph type="title" idx="0"/>
          </p:nvPr>
        </p:nvSpPr>
        <p:spPr>
          <a:xfrm xmlns:a="http://schemas.openxmlformats.org/drawingml/2006/main">
            <a:off x="964406" y="1118658"/>
            <a:ext cx="15216188" cy="17578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641" b="1">
                <a:solidFill>
                  <a:schemeClr val="tx1"/>
                </a:solidFill>
                <a:latin typeface="+mj-lt"/>
                <a:ea typeface="+mj-lt"/>
                <a:cs typeface="+mj-lt"/>
              </a:defRPr>
            </a:defPPr>
            <a:lvl1pPr marL="0" indent="0" algn="l">
              <a:lnSpc>
                <a:spcPct val="110000"/>
              </a:lnSpc>
              <a:spcBef>
                <a:spcPts val="0"/>
              </a:spcBef>
              <a:spcAft>
                <a:spcPts val="0"/>
              </a:spcAft>
              <a:buNone/>
              <a:defRPr sz="4641" b="1">
                <a:solidFill>
                  <a:schemeClr val="tx1"/>
                </a:solidFill>
                <a:latin typeface="+mj-lt"/>
                <a:ea typeface="+mj-lt"/>
                <a:cs typeface="+mj-lt"/>
              </a:defRPr>
            </a:lvl1pPr>
            <a:lvl2pPr marL="0" indent="0" algn="l">
              <a:lnSpc>
                <a:spcPct val="110000"/>
              </a:lnSpc>
              <a:spcBef>
                <a:spcPts val="0"/>
              </a:spcBef>
              <a:spcAft>
                <a:spcPts val="0"/>
              </a:spcAft>
              <a:buNone/>
              <a:defRPr sz="4641" b="1">
                <a:solidFill>
                  <a:schemeClr val="tx1"/>
                </a:solidFill>
                <a:latin typeface="+mj-lt"/>
                <a:ea typeface="+mj-lt"/>
                <a:cs typeface="+mj-lt"/>
              </a:defRPr>
            </a:lvl2pPr>
            <a:lvl3pPr marL="0" indent="0" algn="l">
              <a:lnSpc>
                <a:spcPct val="110000"/>
              </a:lnSpc>
              <a:spcBef>
                <a:spcPts val="0"/>
              </a:spcBef>
              <a:spcAft>
                <a:spcPts val="0"/>
              </a:spcAft>
              <a:buNone/>
              <a:defRPr sz="4641" b="1">
                <a:solidFill>
                  <a:schemeClr val="tx1"/>
                </a:solidFill>
                <a:latin typeface="+mj-lt"/>
                <a:ea typeface="+mj-lt"/>
                <a:cs typeface="+mj-lt"/>
              </a:defRPr>
            </a:lvl3pPr>
            <a:lvl4pPr marL="0" indent="0" algn="l">
              <a:lnSpc>
                <a:spcPct val="110000"/>
              </a:lnSpc>
              <a:spcBef>
                <a:spcPts val="0"/>
              </a:spcBef>
              <a:spcAft>
                <a:spcPts val="0"/>
              </a:spcAft>
              <a:buNone/>
              <a:defRPr sz="4641" b="1">
                <a:solidFill>
                  <a:schemeClr val="tx1"/>
                </a:solidFill>
                <a:latin typeface="+mj-lt"/>
                <a:ea typeface="+mj-lt"/>
                <a:cs typeface="+mj-lt"/>
              </a:defRPr>
            </a:lvl4pPr>
            <a:lvl5pPr marL="0" indent="0" algn="l">
              <a:lnSpc>
                <a:spcPct val="110000"/>
              </a:lnSpc>
              <a:spcBef>
                <a:spcPts val="0"/>
              </a:spcBef>
              <a:spcAft>
                <a:spcPts val="0"/>
              </a:spcAft>
              <a:buNone/>
              <a:defRPr sz="4641" b="1">
                <a:solidFill>
                  <a:schemeClr val="tx1"/>
                </a:solidFill>
                <a:latin typeface="+mj-lt"/>
                <a:ea typeface="+mj-lt"/>
                <a:cs typeface="+mj-lt"/>
              </a:defRPr>
            </a:lvl5pPr>
            <a:lvl6pPr marL="0" indent="0" algn="l">
              <a:lnSpc>
                <a:spcPct val="110000"/>
              </a:lnSpc>
              <a:spcBef>
                <a:spcPts val="0"/>
              </a:spcBef>
              <a:spcAft>
                <a:spcPts val="0"/>
              </a:spcAft>
              <a:buNone/>
              <a:defRPr sz="4641" b="1">
                <a:solidFill>
                  <a:schemeClr val="tx1"/>
                </a:solidFill>
                <a:latin typeface="+mj-lt"/>
                <a:ea typeface="+mj-lt"/>
                <a:cs typeface="+mj-lt"/>
              </a:defRPr>
            </a:lvl6pPr>
            <a:lvl7pPr marL="0" indent="0" algn="l">
              <a:lnSpc>
                <a:spcPct val="110000"/>
              </a:lnSpc>
              <a:spcBef>
                <a:spcPts val="0"/>
              </a:spcBef>
              <a:spcAft>
                <a:spcPts val="0"/>
              </a:spcAft>
              <a:buNone/>
              <a:defRPr sz="4641" b="1">
                <a:solidFill>
                  <a:schemeClr val="tx1"/>
                </a:solidFill>
                <a:latin typeface="+mj-lt"/>
                <a:ea typeface="+mj-lt"/>
                <a:cs typeface="+mj-lt"/>
              </a:defRPr>
            </a:lvl7pPr>
            <a:lvl8pPr marL="0" indent="0" algn="l">
              <a:lnSpc>
                <a:spcPct val="110000"/>
              </a:lnSpc>
              <a:spcBef>
                <a:spcPts val="0"/>
              </a:spcBef>
              <a:spcAft>
                <a:spcPts val="0"/>
              </a:spcAft>
              <a:buNone/>
              <a:defRPr sz="4641" b="1">
                <a:solidFill>
                  <a:schemeClr val="tx1"/>
                </a:solidFill>
                <a:latin typeface="+mj-lt"/>
                <a:ea typeface="+mj-lt"/>
                <a:cs typeface="+mj-lt"/>
              </a:defRPr>
            </a:lvl8pPr>
            <a:lvl9pPr marL="0" indent="0" algn="l">
              <a:lnSpc>
                <a:spcPct val="110000"/>
              </a:lnSpc>
              <a:spcBef>
                <a:spcPts val="0"/>
              </a:spcBef>
              <a:spcAft>
                <a:spcPts val="0"/>
              </a:spcAft>
              <a:buNone/>
              <a:defRPr sz="4641"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6B622A-1298-48C2-9BB4-7416EFC20454}"/>
              </a:ext>
            </a:extLst>
          </p:cNvPr>
          <p:cNvSpPr>
            <a:spLocks xmlns:a="http://schemas.openxmlformats.org/drawingml/2006/main" noGrp="1"/>
          </p:cNvSpPr>
          <p:nvPr>
            <p:ph type="body" idx="1"/>
          </p:nvPr>
        </p:nvSpPr>
        <p:spPr>
          <a:xfrm xmlns:a="http://schemas.openxmlformats.org/drawingml/2006/main">
            <a:off x="964406" y="3995208"/>
            <a:ext cx="15216188" cy="89492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64" b="0">
                <a:solidFill>
                  <a:schemeClr val="tx1"/>
                </a:solidFill>
                <a:latin typeface="+mn-lt"/>
                <a:ea typeface="+mn-lt"/>
                <a:cs typeface="+mn-lt"/>
              </a:defRPr>
            </a:defPPr>
            <a:lvl1pPr marL="321469" indent="-321469" algn="l">
              <a:lnSpc>
                <a:spcPct val="110000"/>
              </a:lnSpc>
              <a:spcBef>
                <a:spcPts val="0"/>
              </a:spcBef>
              <a:spcAft>
                <a:spcPts val="1688"/>
              </a:spcAft>
              <a:buChar char="•"/>
              <a:defRPr sz="3164" b="0">
                <a:solidFill>
                  <a:schemeClr val="tx1"/>
                </a:solidFill>
                <a:latin typeface="+mn-lt"/>
                <a:ea typeface="+mn-lt"/>
                <a:cs typeface="+mn-lt"/>
              </a:defRPr>
            </a:lvl1pPr>
            <a:lvl2pPr marL="750094" indent="-321469" algn="l">
              <a:lnSpc>
                <a:spcPct val="110000"/>
              </a:lnSpc>
              <a:spcBef>
                <a:spcPts val="0"/>
              </a:spcBef>
              <a:spcAft>
                <a:spcPts val="1688"/>
              </a:spcAft>
              <a:buChar char="•"/>
              <a:defRPr sz="3164" b="0">
                <a:solidFill>
                  <a:schemeClr val="tx1"/>
                </a:solidFill>
                <a:latin typeface="+mn-lt"/>
                <a:ea typeface="+mn-lt"/>
                <a:cs typeface="+mn-lt"/>
              </a:defRPr>
            </a:lvl2pPr>
            <a:lvl3pPr marL="1178719" indent="-321469" algn="l">
              <a:lnSpc>
                <a:spcPct val="110000"/>
              </a:lnSpc>
              <a:spcBef>
                <a:spcPts val="0"/>
              </a:spcBef>
              <a:spcAft>
                <a:spcPts val="1688"/>
              </a:spcAft>
              <a:buChar char="•"/>
              <a:defRPr sz="3164" b="0">
                <a:solidFill>
                  <a:schemeClr val="tx1"/>
                </a:solidFill>
                <a:latin typeface="+mn-lt"/>
                <a:ea typeface="+mn-lt"/>
                <a:cs typeface="+mn-lt"/>
              </a:defRPr>
            </a:lvl3pPr>
            <a:lvl4pPr marL="1607344" indent="-321469" algn="l">
              <a:lnSpc>
                <a:spcPct val="110000"/>
              </a:lnSpc>
              <a:spcBef>
                <a:spcPts val="0"/>
              </a:spcBef>
              <a:spcAft>
                <a:spcPts val="1688"/>
              </a:spcAft>
              <a:buChar char="•"/>
              <a:defRPr sz="3164" b="0">
                <a:solidFill>
                  <a:schemeClr val="tx1"/>
                </a:solidFill>
                <a:latin typeface="+mn-lt"/>
                <a:ea typeface="+mn-lt"/>
                <a:cs typeface="+mn-lt"/>
              </a:defRPr>
            </a:lvl4pPr>
            <a:lvl5pPr marL="2035969" indent="-321469" algn="l">
              <a:lnSpc>
                <a:spcPct val="110000"/>
              </a:lnSpc>
              <a:spcBef>
                <a:spcPts val="0"/>
              </a:spcBef>
              <a:spcAft>
                <a:spcPts val="1688"/>
              </a:spcAft>
              <a:buChar char="•"/>
              <a:defRPr sz="3164" b="0">
                <a:solidFill>
                  <a:schemeClr val="tx1"/>
                </a:solidFill>
                <a:latin typeface="+mn-lt"/>
                <a:ea typeface="+mn-lt"/>
                <a:cs typeface="+mn-lt"/>
              </a:defRPr>
            </a:lvl5pPr>
            <a:lvl6pPr marL="2464594" indent="-321469" algn="l">
              <a:lnSpc>
                <a:spcPct val="110000"/>
              </a:lnSpc>
              <a:spcBef>
                <a:spcPts val="0"/>
              </a:spcBef>
              <a:spcAft>
                <a:spcPts val="1688"/>
              </a:spcAft>
              <a:buChar char="•"/>
              <a:defRPr sz="3164" b="0">
                <a:solidFill>
                  <a:schemeClr val="tx1"/>
                </a:solidFill>
                <a:latin typeface="+mn-lt"/>
                <a:ea typeface="+mn-lt"/>
                <a:cs typeface="+mn-lt"/>
              </a:defRPr>
            </a:lvl6pPr>
            <a:lvl7pPr marL="2893219" indent="-321469" algn="l">
              <a:lnSpc>
                <a:spcPct val="110000"/>
              </a:lnSpc>
              <a:spcBef>
                <a:spcPts val="0"/>
              </a:spcBef>
              <a:spcAft>
                <a:spcPts val="1688"/>
              </a:spcAft>
              <a:buChar char="•"/>
              <a:defRPr sz="3164" b="0">
                <a:solidFill>
                  <a:schemeClr val="tx1"/>
                </a:solidFill>
                <a:latin typeface="+mn-lt"/>
                <a:ea typeface="+mn-lt"/>
                <a:cs typeface="+mn-lt"/>
              </a:defRPr>
            </a:lvl7pPr>
            <a:lvl8pPr marL="3321844" indent="-321469" algn="l">
              <a:lnSpc>
                <a:spcPct val="110000"/>
              </a:lnSpc>
              <a:spcBef>
                <a:spcPts val="0"/>
              </a:spcBef>
              <a:spcAft>
                <a:spcPts val="1688"/>
              </a:spcAft>
              <a:buChar char="•"/>
              <a:defRPr sz="3164" b="0">
                <a:solidFill>
                  <a:schemeClr val="tx1"/>
                </a:solidFill>
                <a:latin typeface="+mn-lt"/>
                <a:ea typeface="+mn-lt"/>
                <a:cs typeface="+mn-lt"/>
              </a:defRPr>
            </a:lvl8pPr>
            <a:lvl9pPr marL="3750469" indent="-321469" algn="l">
              <a:lnSpc>
                <a:spcPct val="110000"/>
              </a:lnSpc>
              <a:spcBef>
                <a:spcPts val="0"/>
              </a:spcBef>
              <a:spcAft>
                <a:spcPts val="1688"/>
              </a:spcAft>
              <a:buChar char="•"/>
              <a:defRPr sz="316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C9F8FB-1879-4B74-8C30-B21253F6371A}"/>
              </a:ext>
            </a:extLst>
          </p:cNvPr>
          <p:cNvSpPr>
            <a:spLocks xmlns:a="http://schemas.openxmlformats.org/drawingml/2006/main" noGrp="1"/>
          </p:cNvSpPr>
          <p:nvPr>
            <p:ph type="title" idx="0"/>
          </p:nvPr>
        </p:nvSpPr>
        <p:spPr>
          <a:xfrm xmlns:a="http://schemas.openxmlformats.org/drawingml/2006/main">
            <a:off x="964406" y="1118658"/>
            <a:ext cx="15216188" cy="17578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641" b="1">
                <a:solidFill>
                  <a:schemeClr val="tx1"/>
                </a:solidFill>
                <a:latin typeface="+mj-lt"/>
                <a:ea typeface="+mj-lt"/>
                <a:cs typeface="+mj-lt"/>
              </a:defRPr>
            </a:defPPr>
            <a:lvl1pPr marL="0" indent="0" algn="l">
              <a:lnSpc>
                <a:spcPct val="110000"/>
              </a:lnSpc>
              <a:spcBef>
                <a:spcPts val="0"/>
              </a:spcBef>
              <a:spcAft>
                <a:spcPts val="0"/>
              </a:spcAft>
              <a:buNone/>
              <a:defRPr sz="4641" b="1">
                <a:solidFill>
                  <a:schemeClr val="tx1"/>
                </a:solidFill>
                <a:latin typeface="+mj-lt"/>
                <a:ea typeface="+mj-lt"/>
                <a:cs typeface="+mj-lt"/>
              </a:defRPr>
            </a:lvl1pPr>
            <a:lvl2pPr marL="0" indent="0" algn="l">
              <a:lnSpc>
                <a:spcPct val="110000"/>
              </a:lnSpc>
              <a:spcBef>
                <a:spcPts val="0"/>
              </a:spcBef>
              <a:spcAft>
                <a:spcPts val="0"/>
              </a:spcAft>
              <a:buNone/>
              <a:defRPr sz="4641" b="1">
                <a:solidFill>
                  <a:schemeClr val="tx1"/>
                </a:solidFill>
                <a:latin typeface="+mj-lt"/>
                <a:ea typeface="+mj-lt"/>
                <a:cs typeface="+mj-lt"/>
              </a:defRPr>
            </a:lvl2pPr>
            <a:lvl3pPr marL="0" indent="0" algn="l">
              <a:lnSpc>
                <a:spcPct val="110000"/>
              </a:lnSpc>
              <a:spcBef>
                <a:spcPts val="0"/>
              </a:spcBef>
              <a:spcAft>
                <a:spcPts val="0"/>
              </a:spcAft>
              <a:buNone/>
              <a:defRPr sz="4641" b="1">
                <a:solidFill>
                  <a:schemeClr val="tx1"/>
                </a:solidFill>
                <a:latin typeface="+mj-lt"/>
                <a:ea typeface="+mj-lt"/>
                <a:cs typeface="+mj-lt"/>
              </a:defRPr>
            </a:lvl3pPr>
            <a:lvl4pPr marL="0" indent="0" algn="l">
              <a:lnSpc>
                <a:spcPct val="110000"/>
              </a:lnSpc>
              <a:spcBef>
                <a:spcPts val="0"/>
              </a:spcBef>
              <a:spcAft>
                <a:spcPts val="0"/>
              </a:spcAft>
              <a:buNone/>
              <a:defRPr sz="4641" b="1">
                <a:solidFill>
                  <a:schemeClr val="tx1"/>
                </a:solidFill>
                <a:latin typeface="+mj-lt"/>
                <a:ea typeface="+mj-lt"/>
                <a:cs typeface="+mj-lt"/>
              </a:defRPr>
            </a:lvl4pPr>
            <a:lvl5pPr marL="0" indent="0" algn="l">
              <a:lnSpc>
                <a:spcPct val="110000"/>
              </a:lnSpc>
              <a:spcBef>
                <a:spcPts val="0"/>
              </a:spcBef>
              <a:spcAft>
                <a:spcPts val="0"/>
              </a:spcAft>
              <a:buNone/>
              <a:defRPr sz="4641" b="1">
                <a:solidFill>
                  <a:schemeClr val="tx1"/>
                </a:solidFill>
                <a:latin typeface="+mj-lt"/>
                <a:ea typeface="+mj-lt"/>
                <a:cs typeface="+mj-lt"/>
              </a:defRPr>
            </a:lvl5pPr>
            <a:lvl6pPr marL="0" indent="0" algn="l">
              <a:lnSpc>
                <a:spcPct val="110000"/>
              </a:lnSpc>
              <a:spcBef>
                <a:spcPts val="0"/>
              </a:spcBef>
              <a:spcAft>
                <a:spcPts val="0"/>
              </a:spcAft>
              <a:buNone/>
              <a:defRPr sz="4641" b="1">
                <a:solidFill>
                  <a:schemeClr val="tx1"/>
                </a:solidFill>
                <a:latin typeface="+mj-lt"/>
                <a:ea typeface="+mj-lt"/>
                <a:cs typeface="+mj-lt"/>
              </a:defRPr>
            </a:lvl6pPr>
            <a:lvl7pPr marL="0" indent="0" algn="l">
              <a:lnSpc>
                <a:spcPct val="110000"/>
              </a:lnSpc>
              <a:spcBef>
                <a:spcPts val="0"/>
              </a:spcBef>
              <a:spcAft>
                <a:spcPts val="0"/>
              </a:spcAft>
              <a:buNone/>
              <a:defRPr sz="4641" b="1">
                <a:solidFill>
                  <a:schemeClr val="tx1"/>
                </a:solidFill>
                <a:latin typeface="+mj-lt"/>
                <a:ea typeface="+mj-lt"/>
                <a:cs typeface="+mj-lt"/>
              </a:defRPr>
            </a:lvl7pPr>
            <a:lvl8pPr marL="0" indent="0" algn="l">
              <a:lnSpc>
                <a:spcPct val="110000"/>
              </a:lnSpc>
              <a:spcBef>
                <a:spcPts val="0"/>
              </a:spcBef>
              <a:spcAft>
                <a:spcPts val="0"/>
              </a:spcAft>
              <a:buNone/>
              <a:defRPr sz="4641" b="1">
                <a:solidFill>
                  <a:schemeClr val="tx1"/>
                </a:solidFill>
                <a:latin typeface="+mj-lt"/>
                <a:ea typeface="+mj-lt"/>
                <a:cs typeface="+mj-lt"/>
              </a:defRPr>
            </a:lvl8pPr>
            <a:lvl9pPr marL="0" indent="0" algn="l">
              <a:lnSpc>
                <a:spcPct val="110000"/>
              </a:lnSpc>
              <a:spcBef>
                <a:spcPts val="0"/>
              </a:spcBef>
              <a:spcAft>
                <a:spcPts val="0"/>
              </a:spcAft>
              <a:buNone/>
              <a:defRPr sz="4641"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423568-82AC-4C09-A743-53CD194FA4E0}"/>
              </a:ext>
            </a:extLst>
          </p:cNvPr>
          <p:cNvSpPr>
            <a:spLocks xmlns:a="http://schemas.openxmlformats.org/drawingml/2006/main" noGrp="1"/>
          </p:cNvSpPr>
          <p:nvPr>
            <p:ph type="body" idx="1"/>
          </p:nvPr>
        </p:nvSpPr>
        <p:spPr>
          <a:xfrm xmlns:a="http://schemas.openxmlformats.org/drawingml/2006/main">
            <a:off x="964406" y="3995208"/>
            <a:ext cx="7072313" cy="89492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53" b="0">
                <a:solidFill>
                  <a:schemeClr val="tx1"/>
                </a:solidFill>
                <a:latin typeface="+mn-lt"/>
                <a:ea typeface="+mn-lt"/>
                <a:cs typeface="+mn-lt"/>
              </a:defRPr>
            </a:defPPr>
            <a:lvl1pPr marL="321469" indent="-321469" algn="l">
              <a:lnSpc>
                <a:spcPct val="110000"/>
              </a:lnSpc>
              <a:spcBef>
                <a:spcPts val="0"/>
              </a:spcBef>
              <a:spcAft>
                <a:spcPts val="1688"/>
              </a:spcAft>
              <a:buChar char="•"/>
              <a:defRPr sz="2953" b="0">
                <a:solidFill>
                  <a:schemeClr val="tx1"/>
                </a:solidFill>
                <a:latin typeface="+mn-lt"/>
                <a:ea typeface="+mn-lt"/>
                <a:cs typeface="+mn-lt"/>
              </a:defRPr>
            </a:lvl1pPr>
            <a:lvl2pPr marL="750094" indent="-321469" algn="l">
              <a:lnSpc>
                <a:spcPct val="110000"/>
              </a:lnSpc>
              <a:spcBef>
                <a:spcPts val="0"/>
              </a:spcBef>
              <a:spcAft>
                <a:spcPts val="1688"/>
              </a:spcAft>
              <a:buChar char="•"/>
              <a:defRPr sz="2953" b="0">
                <a:solidFill>
                  <a:schemeClr val="tx1"/>
                </a:solidFill>
                <a:latin typeface="+mn-lt"/>
                <a:ea typeface="+mn-lt"/>
                <a:cs typeface="+mn-lt"/>
              </a:defRPr>
            </a:lvl2pPr>
            <a:lvl3pPr marL="1178719" indent="-321469" algn="l">
              <a:lnSpc>
                <a:spcPct val="110000"/>
              </a:lnSpc>
              <a:spcBef>
                <a:spcPts val="0"/>
              </a:spcBef>
              <a:spcAft>
                <a:spcPts val="1688"/>
              </a:spcAft>
              <a:buChar char="•"/>
              <a:defRPr sz="2953" b="0">
                <a:solidFill>
                  <a:schemeClr val="tx1"/>
                </a:solidFill>
                <a:latin typeface="+mn-lt"/>
                <a:ea typeface="+mn-lt"/>
                <a:cs typeface="+mn-lt"/>
              </a:defRPr>
            </a:lvl3pPr>
            <a:lvl4pPr marL="1607344" indent="-321469" algn="l">
              <a:lnSpc>
                <a:spcPct val="110000"/>
              </a:lnSpc>
              <a:spcBef>
                <a:spcPts val="0"/>
              </a:spcBef>
              <a:spcAft>
                <a:spcPts val="1688"/>
              </a:spcAft>
              <a:buChar char="•"/>
              <a:defRPr sz="2953" b="0">
                <a:solidFill>
                  <a:schemeClr val="tx1"/>
                </a:solidFill>
                <a:latin typeface="+mn-lt"/>
                <a:ea typeface="+mn-lt"/>
                <a:cs typeface="+mn-lt"/>
              </a:defRPr>
            </a:lvl4pPr>
            <a:lvl5pPr marL="2035969" indent="-321469" algn="l">
              <a:lnSpc>
                <a:spcPct val="110000"/>
              </a:lnSpc>
              <a:spcBef>
                <a:spcPts val="0"/>
              </a:spcBef>
              <a:spcAft>
                <a:spcPts val="1688"/>
              </a:spcAft>
              <a:buChar char="•"/>
              <a:defRPr sz="2953" b="0">
                <a:solidFill>
                  <a:schemeClr val="tx1"/>
                </a:solidFill>
                <a:latin typeface="+mn-lt"/>
                <a:ea typeface="+mn-lt"/>
                <a:cs typeface="+mn-lt"/>
              </a:defRPr>
            </a:lvl5pPr>
            <a:lvl6pPr marL="2464594" indent="-321469" algn="l">
              <a:lnSpc>
                <a:spcPct val="110000"/>
              </a:lnSpc>
              <a:spcBef>
                <a:spcPts val="0"/>
              </a:spcBef>
              <a:spcAft>
                <a:spcPts val="1688"/>
              </a:spcAft>
              <a:buChar char="•"/>
              <a:defRPr sz="2953" b="0">
                <a:solidFill>
                  <a:schemeClr val="tx1"/>
                </a:solidFill>
                <a:latin typeface="+mn-lt"/>
                <a:ea typeface="+mn-lt"/>
                <a:cs typeface="+mn-lt"/>
              </a:defRPr>
            </a:lvl6pPr>
            <a:lvl7pPr marL="2893219" indent="-321469" algn="l">
              <a:lnSpc>
                <a:spcPct val="110000"/>
              </a:lnSpc>
              <a:spcBef>
                <a:spcPts val="0"/>
              </a:spcBef>
              <a:spcAft>
                <a:spcPts val="1688"/>
              </a:spcAft>
              <a:buChar char="•"/>
              <a:defRPr sz="2953" b="0">
                <a:solidFill>
                  <a:schemeClr val="tx1"/>
                </a:solidFill>
                <a:latin typeface="+mn-lt"/>
                <a:ea typeface="+mn-lt"/>
                <a:cs typeface="+mn-lt"/>
              </a:defRPr>
            </a:lvl7pPr>
            <a:lvl8pPr marL="3321844" indent="-321469" algn="l">
              <a:lnSpc>
                <a:spcPct val="110000"/>
              </a:lnSpc>
              <a:spcBef>
                <a:spcPts val="0"/>
              </a:spcBef>
              <a:spcAft>
                <a:spcPts val="1688"/>
              </a:spcAft>
              <a:buChar char="•"/>
              <a:defRPr sz="2953" b="0">
                <a:solidFill>
                  <a:schemeClr val="tx1"/>
                </a:solidFill>
                <a:latin typeface="+mn-lt"/>
                <a:ea typeface="+mn-lt"/>
                <a:cs typeface="+mn-lt"/>
              </a:defRPr>
            </a:lvl8pPr>
            <a:lvl9pPr marL="3750469" indent="-321469" algn="l">
              <a:lnSpc>
                <a:spcPct val="110000"/>
              </a:lnSpc>
              <a:spcBef>
                <a:spcPts val="0"/>
              </a:spcBef>
              <a:spcAft>
                <a:spcPts val="1688"/>
              </a:spcAft>
              <a:buChar char="•"/>
              <a:defRPr sz="295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978F0B-FB67-42FD-B4B0-C35CEF26C602}"/>
              </a:ext>
            </a:extLst>
          </p:cNvPr>
          <p:cNvSpPr>
            <a:spLocks xmlns:a="http://schemas.openxmlformats.org/drawingml/2006/main" noGrp="1"/>
          </p:cNvSpPr>
          <p:nvPr>
            <p:ph type="body" idx="2"/>
          </p:nvPr>
        </p:nvSpPr>
        <p:spPr>
          <a:xfrm xmlns:a="http://schemas.openxmlformats.org/drawingml/2006/main">
            <a:off x="9108281" y="3995208"/>
            <a:ext cx="7072313" cy="89492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53" b="0">
                <a:solidFill>
                  <a:schemeClr val="tx1"/>
                </a:solidFill>
                <a:latin typeface="+mn-lt"/>
                <a:ea typeface="+mn-lt"/>
                <a:cs typeface="+mn-lt"/>
              </a:defRPr>
            </a:defPPr>
            <a:lvl1pPr marL="321469" indent="-321469" algn="l">
              <a:lnSpc>
                <a:spcPct val="110000"/>
              </a:lnSpc>
              <a:spcBef>
                <a:spcPts val="0"/>
              </a:spcBef>
              <a:spcAft>
                <a:spcPts val="1688"/>
              </a:spcAft>
              <a:buChar char="•"/>
              <a:defRPr sz="2953" b="0">
                <a:solidFill>
                  <a:schemeClr val="tx1"/>
                </a:solidFill>
                <a:latin typeface="+mn-lt"/>
                <a:ea typeface="+mn-lt"/>
                <a:cs typeface="+mn-lt"/>
              </a:defRPr>
            </a:lvl1pPr>
            <a:lvl2pPr marL="750094" indent="-321469" algn="l">
              <a:lnSpc>
                <a:spcPct val="110000"/>
              </a:lnSpc>
              <a:spcBef>
                <a:spcPts val="0"/>
              </a:spcBef>
              <a:spcAft>
                <a:spcPts val="1688"/>
              </a:spcAft>
              <a:buChar char="•"/>
              <a:defRPr sz="2953" b="0">
                <a:solidFill>
                  <a:schemeClr val="tx1"/>
                </a:solidFill>
                <a:latin typeface="+mn-lt"/>
                <a:ea typeface="+mn-lt"/>
                <a:cs typeface="+mn-lt"/>
              </a:defRPr>
            </a:lvl2pPr>
            <a:lvl3pPr marL="1178719" indent="-321469" algn="l">
              <a:lnSpc>
                <a:spcPct val="110000"/>
              </a:lnSpc>
              <a:spcBef>
                <a:spcPts val="0"/>
              </a:spcBef>
              <a:spcAft>
                <a:spcPts val="1688"/>
              </a:spcAft>
              <a:buChar char="•"/>
              <a:defRPr sz="2953" b="0">
                <a:solidFill>
                  <a:schemeClr val="tx1"/>
                </a:solidFill>
                <a:latin typeface="+mn-lt"/>
                <a:ea typeface="+mn-lt"/>
                <a:cs typeface="+mn-lt"/>
              </a:defRPr>
            </a:lvl3pPr>
            <a:lvl4pPr marL="1607344" indent="-321469" algn="l">
              <a:lnSpc>
                <a:spcPct val="110000"/>
              </a:lnSpc>
              <a:spcBef>
                <a:spcPts val="0"/>
              </a:spcBef>
              <a:spcAft>
                <a:spcPts val="1688"/>
              </a:spcAft>
              <a:buChar char="•"/>
              <a:defRPr sz="2953" b="0">
                <a:solidFill>
                  <a:schemeClr val="tx1"/>
                </a:solidFill>
                <a:latin typeface="+mn-lt"/>
                <a:ea typeface="+mn-lt"/>
                <a:cs typeface="+mn-lt"/>
              </a:defRPr>
            </a:lvl4pPr>
            <a:lvl5pPr marL="2035969" indent="-321469" algn="l">
              <a:lnSpc>
                <a:spcPct val="110000"/>
              </a:lnSpc>
              <a:spcBef>
                <a:spcPts val="0"/>
              </a:spcBef>
              <a:spcAft>
                <a:spcPts val="1688"/>
              </a:spcAft>
              <a:buChar char="•"/>
              <a:defRPr sz="2953" b="0">
                <a:solidFill>
                  <a:schemeClr val="tx1"/>
                </a:solidFill>
                <a:latin typeface="+mn-lt"/>
                <a:ea typeface="+mn-lt"/>
                <a:cs typeface="+mn-lt"/>
              </a:defRPr>
            </a:lvl5pPr>
            <a:lvl6pPr marL="2464594" indent="-321469" algn="l">
              <a:lnSpc>
                <a:spcPct val="110000"/>
              </a:lnSpc>
              <a:spcBef>
                <a:spcPts val="0"/>
              </a:spcBef>
              <a:spcAft>
                <a:spcPts val="1688"/>
              </a:spcAft>
              <a:buChar char="•"/>
              <a:defRPr sz="2953" b="0">
                <a:solidFill>
                  <a:schemeClr val="tx1"/>
                </a:solidFill>
                <a:latin typeface="+mn-lt"/>
                <a:ea typeface="+mn-lt"/>
                <a:cs typeface="+mn-lt"/>
              </a:defRPr>
            </a:lvl6pPr>
            <a:lvl7pPr marL="2893219" indent="-321469" algn="l">
              <a:lnSpc>
                <a:spcPct val="110000"/>
              </a:lnSpc>
              <a:spcBef>
                <a:spcPts val="0"/>
              </a:spcBef>
              <a:spcAft>
                <a:spcPts val="1688"/>
              </a:spcAft>
              <a:buChar char="•"/>
              <a:defRPr sz="2953" b="0">
                <a:solidFill>
                  <a:schemeClr val="tx1"/>
                </a:solidFill>
                <a:latin typeface="+mn-lt"/>
                <a:ea typeface="+mn-lt"/>
                <a:cs typeface="+mn-lt"/>
              </a:defRPr>
            </a:lvl7pPr>
            <a:lvl8pPr marL="3321844" indent="-321469" algn="l">
              <a:lnSpc>
                <a:spcPct val="110000"/>
              </a:lnSpc>
              <a:spcBef>
                <a:spcPts val="0"/>
              </a:spcBef>
              <a:spcAft>
                <a:spcPts val="1688"/>
              </a:spcAft>
              <a:buChar char="•"/>
              <a:defRPr sz="2953" b="0">
                <a:solidFill>
                  <a:schemeClr val="tx1"/>
                </a:solidFill>
                <a:latin typeface="+mn-lt"/>
                <a:ea typeface="+mn-lt"/>
                <a:cs typeface="+mn-lt"/>
              </a:defRPr>
            </a:lvl8pPr>
            <a:lvl9pPr marL="3750469" indent="-321469" algn="l">
              <a:lnSpc>
                <a:spcPct val="110000"/>
              </a:lnSpc>
              <a:spcBef>
                <a:spcPts val="0"/>
              </a:spcBef>
              <a:spcAft>
                <a:spcPts val="1688"/>
              </a:spcAft>
              <a:buChar char="•"/>
              <a:defRPr sz="295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9DC14E-3A7E-4DA1-AC0C-8D3BF8BE7C2D}"/>
              </a:ext>
            </a:extLst>
          </p:cNvPr>
          <p:cNvSpPr>
            <a:spLocks xmlns:a="http://schemas.openxmlformats.org/drawingml/2006/main" noGrp="1"/>
          </p:cNvSpPr>
          <p:nvPr>
            <p:ph type="title" idx="0"/>
          </p:nvPr>
        </p:nvSpPr>
        <p:spPr>
          <a:xfrm xmlns:a="http://schemas.openxmlformats.org/drawingml/2006/main">
            <a:off x="964406" y="1118658"/>
            <a:ext cx="15216188" cy="17578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641" b="1">
                <a:solidFill>
                  <a:schemeClr val="tx1"/>
                </a:solidFill>
                <a:latin typeface="+mj-lt"/>
                <a:ea typeface="+mj-lt"/>
                <a:cs typeface="+mj-lt"/>
              </a:defRPr>
            </a:defPPr>
            <a:lvl1pPr marL="0" indent="0" algn="l">
              <a:lnSpc>
                <a:spcPct val="110000"/>
              </a:lnSpc>
              <a:spcBef>
                <a:spcPts val="0"/>
              </a:spcBef>
              <a:spcAft>
                <a:spcPts val="0"/>
              </a:spcAft>
              <a:buNone/>
              <a:defRPr sz="4641" b="1">
                <a:solidFill>
                  <a:schemeClr val="tx1"/>
                </a:solidFill>
                <a:latin typeface="+mj-lt"/>
                <a:ea typeface="+mj-lt"/>
                <a:cs typeface="+mj-lt"/>
              </a:defRPr>
            </a:lvl1pPr>
            <a:lvl2pPr marL="0" indent="0" algn="l">
              <a:lnSpc>
                <a:spcPct val="110000"/>
              </a:lnSpc>
              <a:spcBef>
                <a:spcPts val="0"/>
              </a:spcBef>
              <a:spcAft>
                <a:spcPts val="0"/>
              </a:spcAft>
              <a:buNone/>
              <a:defRPr sz="4641" b="1">
                <a:solidFill>
                  <a:schemeClr val="tx1"/>
                </a:solidFill>
                <a:latin typeface="+mj-lt"/>
                <a:ea typeface="+mj-lt"/>
                <a:cs typeface="+mj-lt"/>
              </a:defRPr>
            </a:lvl2pPr>
            <a:lvl3pPr marL="0" indent="0" algn="l">
              <a:lnSpc>
                <a:spcPct val="110000"/>
              </a:lnSpc>
              <a:spcBef>
                <a:spcPts val="0"/>
              </a:spcBef>
              <a:spcAft>
                <a:spcPts val="0"/>
              </a:spcAft>
              <a:buNone/>
              <a:defRPr sz="4641" b="1">
                <a:solidFill>
                  <a:schemeClr val="tx1"/>
                </a:solidFill>
                <a:latin typeface="+mj-lt"/>
                <a:ea typeface="+mj-lt"/>
                <a:cs typeface="+mj-lt"/>
              </a:defRPr>
            </a:lvl3pPr>
            <a:lvl4pPr marL="0" indent="0" algn="l">
              <a:lnSpc>
                <a:spcPct val="110000"/>
              </a:lnSpc>
              <a:spcBef>
                <a:spcPts val="0"/>
              </a:spcBef>
              <a:spcAft>
                <a:spcPts val="0"/>
              </a:spcAft>
              <a:buNone/>
              <a:defRPr sz="4641" b="1">
                <a:solidFill>
                  <a:schemeClr val="tx1"/>
                </a:solidFill>
                <a:latin typeface="+mj-lt"/>
                <a:ea typeface="+mj-lt"/>
                <a:cs typeface="+mj-lt"/>
              </a:defRPr>
            </a:lvl4pPr>
            <a:lvl5pPr marL="0" indent="0" algn="l">
              <a:lnSpc>
                <a:spcPct val="110000"/>
              </a:lnSpc>
              <a:spcBef>
                <a:spcPts val="0"/>
              </a:spcBef>
              <a:spcAft>
                <a:spcPts val="0"/>
              </a:spcAft>
              <a:buNone/>
              <a:defRPr sz="4641" b="1">
                <a:solidFill>
                  <a:schemeClr val="tx1"/>
                </a:solidFill>
                <a:latin typeface="+mj-lt"/>
                <a:ea typeface="+mj-lt"/>
                <a:cs typeface="+mj-lt"/>
              </a:defRPr>
            </a:lvl5pPr>
            <a:lvl6pPr marL="0" indent="0" algn="l">
              <a:lnSpc>
                <a:spcPct val="110000"/>
              </a:lnSpc>
              <a:spcBef>
                <a:spcPts val="0"/>
              </a:spcBef>
              <a:spcAft>
                <a:spcPts val="0"/>
              </a:spcAft>
              <a:buNone/>
              <a:defRPr sz="4641" b="1">
                <a:solidFill>
                  <a:schemeClr val="tx1"/>
                </a:solidFill>
                <a:latin typeface="+mj-lt"/>
                <a:ea typeface="+mj-lt"/>
                <a:cs typeface="+mj-lt"/>
              </a:defRPr>
            </a:lvl6pPr>
            <a:lvl7pPr marL="0" indent="0" algn="l">
              <a:lnSpc>
                <a:spcPct val="110000"/>
              </a:lnSpc>
              <a:spcBef>
                <a:spcPts val="0"/>
              </a:spcBef>
              <a:spcAft>
                <a:spcPts val="0"/>
              </a:spcAft>
              <a:buNone/>
              <a:defRPr sz="4641" b="1">
                <a:solidFill>
                  <a:schemeClr val="tx1"/>
                </a:solidFill>
                <a:latin typeface="+mj-lt"/>
                <a:ea typeface="+mj-lt"/>
                <a:cs typeface="+mj-lt"/>
              </a:defRPr>
            </a:lvl7pPr>
            <a:lvl8pPr marL="0" indent="0" algn="l">
              <a:lnSpc>
                <a:spcPct val="110000"/>
              </a:lnSpc>
              <a:spcBef>
                <a:spcPts val="0"/>
              </a:spcBef>
              <a:spcAft>
                <a:spcPts val="0"/>
              </a:spcAft>
              <a:buNone/>
              <a:defRPr sz="4641" b="1">
                <a:solidFill>
                  <a:schemeClr val="tx1"/>
                </a:solidFill>
                <a:latin typeface="+mj-lt"/>
                <a:ea typeface="+mj-lt"/>
                <a:cs typeface="+mj-lt"/>
              </a:defRPr>
            </a:lvl8pPr>
            <a:lvl9pPr marL="0" indent="0" algn="l">
              <a:lnSpc>
                <a:spcPct val="110000"/>
              </a:lnSpc>
              <a:spcBef>
                <a:spcPts val="0"/>
              </a:spcBef>
              <a:spcAft>
                <a:spcPts val="0"/>
              </a:spcAft>
              <a:buNone/>
              <a:defRPr sz="4641"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102DB0-53DE-4B41-899F-6153BF3ED60C}"/>
              </a:ext>
            </a:extLst>
          </p:cNvPr>
          <p:cNvSpPr>
            <a:spLocks xmlns:a="http://schemas.openxmlformats.org/drawingml/2006/main" noGrp="1"/>
          </p:cNvSpPr>
          <p:nvPr>
            <p:ph type="body" idx="1"/>
          </p:nvPr>
        </p:nvSpPr>
        <p:spPr>
          <a:xfrm xmlns:a="http://schemas.openxmlformats.org/drawingml/2006/main">
            <a:off x="964406" y="3995208"/>
            <a:ext cx="7072313" cy="89492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64" b="0">
                <a:solidFill>
                  <a:schemeClr val="tx1"/>
                </a:solidFill>
                <a:latin typeface="+mn-lt"/>
                <a:ea typeface="+mn-lt"/>
                <a:cs typeface="+mn-lt"/>
              </a:defRPr>
            </a:defPPr>
            <a:lvl1pPr marL="321469" indent="-321469" algn="l">
              <a:lnSpc>
                <a:spcPct val="110000"/>
              </a:lnSpc>
              <a:spcBef>
                <a:spcPts val="0"/>
              </a:spcBef>
              <a:spcAft>
                <a:spcPts val="1688"/>
              </a:spcAft>
              <a:buChar char="•"/>
              <a:defRPr sz="3164" b="0">
                <a:solidFill>
                  <a:schemeClr val="tx1"/>
                </a:solidFill>
                <a:latin typeface="+mn-lt"/>
                <a:ea typeface="+mn-lt"/>
                <a:cs typeface="+mn-lt"/>
              </a:defRPr>
            </a:lvl1pPr>
            <a:lvl2pPr marL="750094" indent="-321469" algn="l">
              <a:lnSpc>
                <a:spcPct val="110000"/>
              </a:lnSpc>
              <a:spcBef>
                <a:spcPts val="0"/>
              </a:spcBef>
              <a:spcAft>
                <a:spcPts val="1688"/>
              </a:spcAft>
              <a:buChar char="•"/>
              <a:defRPr sz="3164" b="0">
                <a:solidFill>
                  <a:schemeClr val="tx1"/>
                </a:solidFill>
                <a:latin typeface="+mn-lt"/>
                <a:ea typeface="+mn-lt"/>
                <a:cs typeface="+mn-lt"/>
              </a:defRPr>
            </a:lvl2pPr>
            <a:lvl3pPr marL="1178719" indent="-321469" algn="l">
              <a:lnSpc>
                <a:spcPct val="110000"/>
              </a:lnSpc>
              <a:spcBef>
                <a:spcPts val="0"/>
              </a:spcBef>
              <a:spcAft>
                <a:spcPts val="1688"/>
              </a:spcAft>
              <a:buChar char="•"/>
              <a:defRPr sz="3164" b="0">
                <a:solidFill>
                  <a:schemeClr val="tx1"/>
                </a:solidFill>
                <a:latin typeface="+mn-lt"/>
                <a:ea typeface="+mn-lt"/>
                <a:cs typeface="+mn-lt"/>
              </a:defRPr>
            </a:lvl3pPr>
            <a:lvl4pPr marL="1607344" indent="-321469" algn="l">
              <a:lnSpc>
                <a:spcPct val="110000"/>
              </a:lnSpc>
              <a:spcBef>
                <a:spcPts val="0"/>
              </a:spcBef>
              <a:spcAft>
                <a:spcPts val="1688"/>
              </a:spcAft>
              <a:buChar char="•"/>
              <a:defRPr sz="3164" b="0">
                <a:solidFill>
                  <a:schemeClr val="tx1"/>
                </a:solidFill>
                <a:latin typeface="+mn-lt"/>
                <a:ea typeface="+mn-lt"/>
                <a:cs typeface="+mn-lt"/>
              </a:defRPr>
            </a:lvl4pPr>
            <a:lvl5pPr marL="2035969" indent="-321469" algn="l">
              <a:lnSpc>
                <a:spcPct val="110000"/>
              </a:lnSpc>
              <a:spcBef>
                <a:spcPts val="0"/>
              </a:spcBef>
              <a:spcAft>
                <a:spcPts val="1688"/>
              </a:spcAft>
              <a:buChar char="•"/>
              <a:defRPr sz="3164" b="0">
                <a:solidFill>
                  <a:schemeClr val="tx1"/>
                </a:solidFill>
                <a:latin typeface="+mn-lt"/>
                <a:ea typeface="+mn-lt"/>
                <a:cs typeface="+mn-lt"/>
              </a:defRPr>
            </a:lvl5pPr>
            <a:lvl6pPr marL="2464594" indent="-321469" algn="l">
              <a:lnSpc>
                <a:spcPct val="110000"/>
              </a:lnSpc>
              <a:spcBef>
                <a:spcPts val="0"/>
              </a:spcBef>
              <a:spcAft>
                <a:spcPts val="1688"/>
              </a:spcAft>
              <a:buChar char="•"/>
              <a:defRPr sz="3164" b="0">
                <a:solidFill>
                  <a:schemeClr val="tx1"/>
                </a:solidFill>
                <a:latin typeface="+mn-lt"/>
                <a:ea typeface="+mn-lt"/>
                <a:cs typeface="+mn-lt"/>
              </a:defRPr>
            </a:lvl6pPr>
            <a:lvl7pPr marL="2893219" indent="-321469" algn="l">
              <a:lnSpc>
                <a:spcPct val="110000"/>
              </a:lnSpc>
              <a:spcBef>
                <a:spcPts val="0"/>
              </a:spcBef>
              <a:spcAft>
                <a:spcPts val="1688"/>
              </a:spcAft>
              <a:buChar char="•"/>
              <a:defRPr sz="3164" b="0">
                <a:solidFill>
                  <a:schemeClr val="tx1"/>
                </a:solidFill>
                <a:latin typeface="+mn-lt"/>
                <a:ea typeface="+mn-lt"/>
                <a:cs typeface="+mn-lt"/>
              </a:defRPr>
            </a:lvl7pPr>
            <a:lvl8pPr marL="3321844" indent="-321469" algn="l">
              <a:lnSpc>
                <a:spcPct val="110000"/>
              </a:lnSpc>
              <a:spcBef>
                <a:spcPts val="0"/>
              </a:spcBef>
              <a:spcAft>
                <a:spcPts val="1688"/>
              </a:spcAft>
              <a:buChar char="•"/>
              <a:defRPr sz="3164" b="0">
                <a:solidFill>
                  <a:schemeClr val="tx1"/>
                </a:solidFill>
                <a:latin typeface="+mn-lt"/>
                <a:ea typeface="+mn-lt"/>
                <a:cs typeface="+mn-lt"/>
              </a:defRPr>
            </a:lvl8pPr>
            <a:lvl9pPr marL="3750469" indent="-321469" algn="l">
              <a:lnSpc>
                <a:spcPct val="110000"/>
              </a:lnSpc>
              <a:spcBef>
                <a:spcPts val="0"/>
              </a:spcBef>
              <a:spcAft>
                <a:spcPts val="1688"/>
              </a:spcAft>
              <a:buChar char="•"/>
              <a:defRPr sz="316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a81cd028b646ea" /><Relationship Type="http://schemas.openxmlformats.org/officeDocument/2006/relationships/slideLayout" Target="/ppt/slideLayouts/slideLayout1.xml" Id="Rc25ca82df63944c1" /><Relationship Type="http://schemas.openxmlformats.org/officeDocument/2006/relationships/slideLayout" Target="/ppt/slideLayouts/slideLayout2.xml" Id="Rd9d5acfcc5924718" /><Relationship Type="http://schemas.openxmlformats.org/officeDocument/2006/relationships/slideLayout" Target="/ppt/slideLayouts/slideLayout3.xml" Id="R3ce93718c90b4de8" /><Relationship Type="http://schemas.openxmlformats.org/officeDocument/2006/relationships/slideLayout" Target="/ppt/slideLayouts/slideLayout4.xml" Id="R4042469870474045" /><Relationship Type="http://schemas.openxmlformats.org/officeDocument/2006/relationships/slideLayout" Target="/ppt/slideLayouts/slideLayout5.xml" Id="Rc73b01af4b114517" /><Relationship Type="http://schemas.openxmlformats.org/officeDocument/2006/relationships/slideLayout" Target="/ppt/slideLayouts/slideLayout6.xml" Id="Rcc5e21369ae64d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5ca82df63944c1"/>
    <p:sldLayoutId xmlns:r="http://schemas.openxmlformats.org/officeDocument/2006/relationships" id="2147483650" r:id="Rd9d5acfcc5924718"/>
    <p:sldLayoutId xmlns:r="http://schemas.openxmlformats.org/officeDocument/2006/relationships" id="2147483651" r:id="R3ce93718c90b4de8"/>
    <p:sldLayoutId xmlns:r="http://schemas.openxmlformats.org/officeDocument/2006/relationships" id="2147483652" r:id="R4042469870474045"/>
    <p:sldLayoutId xmlns:r="http://schemas.openxmlformats.org/officeDocument/2006/relationships" id="2147483653" r:id="Rc73b01af4b114517"/>
    <p:sldLayoutId xmlns:r="http://schemas.openxmlformats.org/officeDocument/2006/relationships" id="2147483654" r:id="Rcc5e21369ae64d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b5109900c9474b" /><Relationship Type="http://schemas.openxmlformats.org/officeDocument/2006/relationships/image" Target="/ppt/media/image.png" Id="Rd12f42e629114779" /><Relationship Type="http://schemas.openxmlformats.org/officeDocument/2006/relationships/image" Target="/ppt/media/image2.png" Id="Rc9bf9dd7475f49b1" /><Relationship Type="http://schemas.openxmlformats.org/officeDocument/2006/relationships/image" Target="/ppt/media/image3.png" Id="Rb58c022dc0d84053" /><Relationship Type="http://schemas.openxmlformats.org/officeDocument/2006/relationships/image" Target="/ppt/media/image4.png" Id="Rb7002c51668e423b" /><Relationship Type="http://schemas.openxmlformats.org/officeDocument/2006/relationships/image" Target="/ppt/media/image5.png" Id="R639d5d18c06843f3" /><Relationship Type="http://schemas.openxmlformats.org/officeDocument/2006/relationships/image" Target="/ppt/media/image6.png" Id="R4b3ff2b6d5d24639" /><Relationship Type="http://schemas.openxmlformats.org/officeDocument/2006/relationships/image" Target="/ppt/media/image7.png" Id="R8a3f181eb4d04150" /><Relationship Type="http://schemas.openxmlformats.org/officeDocument/2006/relationships/image" Target="/ppt/media/image8.png" Id="Rc9c28d5be7a6449c" /><Relationship Type="http://schemas.openxmlformats.org/officeDocument/2006/relationships/image" Target="/ppt/media/image9.png" Id="Rb8678a43519e4a00" /><Relationship Type="http://schemas.openxmlformats.org/officeDocument/2006/relationships/image" Target="/ppt/media/image10.png" Id="R05e31c4e2e8647e6" /><Relationship Type="http://schemas.openxmlformats.org/officeDocument/2006/relationships/image" Target="/ppt/media/image11.png" Id="Rd19af5b3e5854bf6" /><Relationship Type="http://schemas.openxmlformats.org/officeDocument/2006/relationships/image" Target="/ppt/media/image12.png" Id="R318e323a51c04763" /><Relationship Type="http://schemas.openxmlformats.org/officeDocument/2006/relationships/image" Target="/ppt/media/image13.png" Id="R7057473c8f504132" /><Relationship Type="http://schemas.openxmlformats.org/officeDocument/2006/relationships/image" Target="/ppt/media/image14.png" Id="R7dadc80000e64245" /><Relationship Type="http://schemas.openxmlformats.org/officeDocument/2006/relationships/image" Target="/ppt/media/image15.png" Id="R02c090457e764ced" /><Relationship Type="http://schemas.openxmlformats.org/officeDocument/2006/relationships/image" Target="/ppt/media/image16.png" Id="R435843baa97e4aa7" /><Relationship Type="http://schemas.openxmlformats.org/officeDocument/2006/relationships/image" Target="/ppt/media/image17.png" Id="R9afa5b032247461e" /><Relationship Type="http://schemas.openxmlformats.org/officeDocument/2006/relationships/image" Target="/ppt/media/image18.png" Id="R5a3eeaec187249b6" /><Relationship Type="http://schemas.openxmlformats.org/officeDocument/2006/relationships/image" Target="/ppt/media/image19.png" Id="R0a1cb08977324e18" /><Relationship Type="http://schemas.openxmlformats.org/officeDocument/2006/relationships/image" Target="/ppt/media/image20.png" Id="R67ad387c5aab48d1" /><Relationship Type="http://schemas.openxmlformats.org/officeDocument/2006/relationships/image" Target="/ppt/media/image21.png" Id="Rcf070753affe4ecd" /><Relationship Type="http://schemas.openxmlformats.org/officeDocument/2006/relationships/image" Target="/ppt/media/image22.png" Id="R85cdb255987d45cb" /><Relationship Type="http://schemas.openxmlformats.org/officeDocument/2006/relationships/image" Target="/ppt/media/image23.png" Id="R040bfb851a904102" /><Relationship Type="http://schemas.openxmlformats.org/officeDocument/2006/relationships/image" Target="/ppt/media/image24.png" Id="R4543e8ebf1ef486a" /><Relationship Type="http://schemas.openxmlformats.org/officeDocument/2006/relationships/image" Target="/ppt/media/image25.png" Id="R9184378026014e52" /><Relationship Type="http://schemas.openxmlformats.org/officeDocument/2006/relationships/image" Target="/ppt/media/image26.png" Id="Rb8cf54baa1a34c02" /><Relationship Type="http://schemas.openxmlformats.org/officeDocument/2006/relationships/image" Target="/ppt/media/image27.png" Id="R425840339b904682" /><Relationship Type="http://schemas.openxmlformats.org/officeDocument/2006/relationships/image" Target="/ppt/media/image28.png" Id="R9b399021eed744bd" /><Relationship Type="http://schemas.openxmlformats.org/officeDocument/2006/relationships/image" Target="/ppt/media/image29.png" Id="Rc2591cfb6fac4830" /><Relationship Type="http://schemas.openxmlformats.org/officeDocument/2006/relationships/notesSlide" Target="/ppt/notesSlides/notesSlide1.xml" Id="R070f97789a9e4a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 name="TrustNet AI overall system architecture">
            <a:extLst xmlns:a="http://schemas.openxmlformats.org/drawingml/2006/main">
              <a:ext uri="{FF2B5EF4-FFF2-40B4-BE49-F238E27FC236}">
                <a16:creationId xmlns:a16="http://schemas.microsoft.com/office/drawing/2014/main" id="{2EC96A26-7D42-4071-8BFF-54C7871C6B63}"/>
              </a:ext>
            </a:extLst>
          </p:cNvPr>
          <p:cNvSpPr>
            <a:spLocks xmlns:a="http://schemas.openxmlformats.org/drawingml/2006/main" noGrp="1"/>
          </p:cNvSpPr>
          <p:nvPr/>
        </p:nvSpPr>
        <p:spPr>
          <a:xfrm xmlns:a="http://schemas.openxmlformats.org/drawingml/2006/main">
            <a:off x="228600" y="171450"/>
            <a:ext cx="16535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00000"/>
                </a:solidFill>
                <a:latin typeface="Arial"/>
                <a:ea typeface="Arial"/>
                <a:cs typeface="Arial"/>
              </a:defRPr>
            </a:defPPr>
            <a:lvl1pPr algn="l">
              <a:defRPr sz="2850" b="1">
                <a:solidFill>
                  <a:srgbClr val="000000"/>
                </a:solidFill>
                <a:latin typeface="Arial"/>
                <a:ea typeface="Arial"/>
                <a:cs typeface="Arial"/>
              </a:defRPr>
            </a:lvl1pPr>
            <a:lvl2pPr algn="l">
              <a:defRPr sz="2850" b="1">
                <a:solidFill>
                  <a:srgbClr val="000000"/>
                </a:solidFill>
                <a:latin typeface="Arial"/>
                <a:ea typeface="Arial"/>
                <a:cs typeface="Arial"/>
              </a:defRPr>
            </a:lvl2pPr>
            <a:lvl3pPr algn="l">
              <a:defRPr sz="2850" b="1">
                <a:solidFill>
                  <a:srgbClr val="000000"/>
                </a:solidFill>
                <a:latin typeface="Arial"/>
                <a:ea typeface="Arial"/>
                <a:cs typeface="Arial"/>
              </a:defRPr>
            </a:lvl3pPr>
            <a:lvl4pPr algn="l">
              <a:defRPr sz="2850" b="1">
                <a:solidFill>
                  <a:srgbClr val="000000"/>
                </a:solidFill>
                <a:latin typeface="Arial"/>
                <a:ea typeface="Arial"/>
                <a:cs typeface="Arial"/>
              </a:defRPr>
            </a:lvl4pPr>
            <a:lvl5pPr algn="l">
              <a:defRPr sz="2850" b="1">
                <a:solidFill>
                  <a:srgbClr val="000000"/>
                </a:solidFill>
                <a:latin typeface="Arial"/>
                <a:ea typeface="Arial"/>
                <a:cs typeface="Arial"/>
              </a:defRPr>
            </a:lvl5pPr>
            <a:lvl6pPr algn="l">
              <a:defRPr sz="2850" b="1">
                <a:solidFill>
                  <a:srgbClr val="000000"/>
                </a:solidFill>
                <a:latin typeface="Arial"/>
                <a:ea typeface="Arial"/>
                <a:cs typeface="Arial"/>
              </a:defRPr>
            </a:lvl6pPr>
            <a:lvl7pPr algn="l">
              <a:defRPr sz="2850" b="1">
                <a:solidFill>
                  <a:srgbClr val="000000"/>
                </a:solidFill>
                <a:latin typeface="Arial"/>
                <a:ea typeface="Arial"/>
                <a:cs typeface="Arial"/>
              </a:defRPr>
            </a:lvl7pPr>
            <a:lvl8pPr algn="l">
              <a:defRPr sz="2850" b="1">
                <a:solidFill>
                  <a:srgbClr val="000000"/>
                </a:solidFill>
                <a:latin typeface="Arial"/>
                <a:ea typeface="Arial"/>
                <a:cs typeface="Arial"/>
              </a:defRPr>
            </a:lvl8pPr>
            <a:lvl9pPr algn="l">
              <a:defRPr sz="2850" b="1">
                <a:solidFill>
                  <a:srgbClr val="000000"/>
                </a:solidFill>
                <a:latin typeface="Arial"/>
                <a:ea typeface="Arial"/>
                <a:cs typeface="Arial"/>
              </a:defRPr>
            </a:lvl9pPr>
          </a:lstStyle>
          <a:p xmlns:a="http://schemas.openxmlformats.org/drawingml/2006/main">
            <a:pPr algn="l">
              <a:lnSpc>
                <a:spcPct val="103000"/>
              </a:lnSpc>
              <a:buNone/>
              <a:defRPr sz="2850" b="1">
                <a:solidFill>
                  <a:srgbClr val="000000"/>
                </a:solidFill>
                <a:latin typeface="Arial"/>
                <a:ea typeface="Arial"/>
                <a:cs typeface="Arial"/>
              </a:defRPr>
            </a:pPr>
            <a:r>
              <a:rPr sz="2850" b="1">
                <a:solidFill>
                  <a:srgbClr val="000000"/>
                </a:solidFill>
                <a:latin typeface="Arial"/>
                <a:ea typeface="Arial"/>
                <a:cs typeface="Arial"/>
              </a:rPr>
              <a:t>TrustNet AI overall system architecture</a:t>
            </a:r>
          </a:p>
        </p:txBody>
      </p:sp>
      <p:sp>
        <p:nvSpPr>
          <p:cNvPr id="2" name="Content-specific detection with shared assessment, evidence and reporting">
            <a:extLst xmlns:a="http://schemas.openxmlformats.org/drawingml/2006/main">
              <a:ext uri="{FF2B5EF4-FFF2-40B4-BE49-F238E27FC236}">
                <a16:creationId xmlns:a16="http://schemas.microsoft.com/office/drawing/2014/main" id="{56E49D02-26EF-446B-BD9D-4CA8F88200C5}"/>
              </a:ext>
            </a:extLst>
          </p:cNvPr>
          <p:cNvSpPr>
            <a:spLocks xmlns:a="http://schemas.openxmlformats.org/drawingml/2006/main" noGrp="1"/>
          </p:cNvSpPr>
          <p:nvPr/>
        </p:nvSpPr>
        <p:spPr>
          <a:xfrm xmlns:a="http://schemas.openxmlformats.org/drawingml/2006/main">
            <a:off x="228600" y="647700"/>
            <a:ext cx="1653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000000"/>
                </a:solidFill>
                <a:latin typeface="Arial"/>
                <a:ea typeface="Arial"/>
                <a:cs typeface="Arial"/>
              </a:defRPr>
            </a:defPPr>
            <a:lvl1pPr algn="l">
              <a:defRPr sz="1800" b="0">
                <a:solidFill>
                  <a:srgbClr val="000000"/>
                </a:solidFill>
                <a:latin typeface="Arial"/>
                <a:ea typeface="Arial"/>
                <a:cs typeface="Arial"/>
              </a:defRPr>
            </a:lvl1pPr>
            <a:lvl2pPr algn="l">
              <a:defRPr sz="1800" b="0">
                <a:solidFill>
                  <a:srgbClr val="000000"/>
                </a:solidFill>
                <a:latin typeface="Arial"/>
                <a:ea typeface="Arial"/>
                <a:cs typeface="Arial"/>
              </a:defRPr>
            </a:lvl2pPr>
            <a:lvl3pPr algn="l">
              <a:defRPr sz="1800" b="0">
                <a:solidFill>
                  <a:srgbClr val="000000"/>
                </a:solidFill>
                <a:latin typeface="Arial"/>
                <a:ea typeface="Arial"/>
                <a:cs typeface="Arial"/>
              </a:defRPr>
            </a:lvl3pPr>
            <a:lvl4pPr algn="l">
              <a:defRPr sz="1800" b="0">
                <a:solidFill>
                  <a:srgbClr val="000000"/>
                </a:solidFill>
                <a:latin typeface="Arial"/>
                <a:ea typeface="Arial"/>
                <a:cs typeface="Arial"/>
              </a:defRPr>
            </a:lvl4pPr>
            <a:lvl5pPr algn="l">
              <a:defRPr sz="1800" b="0">
                <a:solidFill>
                  <a:srgbClr val="000000"/>
                </a:solidFill>
                <a:latin typeface="Arial"/>
                <a:ea typeface="Arial"/>
                <a:cs typeface="Arial"/>
              </a:defRPr>
            </a:lvl5pPr>
            <a:lvl6pPr algn="l">
              <a:defRPr sz="1800" b="0">
                <a:solidFill>
                  <a:srgbClr val="000000"/>
                </a:solidFill>
                <a:latin typeface="Arial"/>
                <a:ea typeface="Arial"/>
                <a:cs typeface="Arial"/>
              </a:defRPr>
            </a:lvl6pPr>
            <a:lvl7pPr algn="l">
              <a:defRPr sz="1800" b="0">
                <a:solidFill>
                  <a:srgbClr val="000000"/>
                </a:solidFill>
                <a:latin typeface="Arial"/>
                <a:ea typeface="Arial"/>
                <a:cs typeface="Arial"/>
              </a:defRPr>
            </a:lvl7pPr>
            <a:lvl8pPr algn="l">
              <a:defRPr sz="1800" b="0">
                <a:solidFill>
                  <a:srgbClr val="000000"/>
                </a:solidFill>
                <a:latin typeface="Arial"/>
                <a:ea typeface="Arial"/>
                <a:cs typeface="Arial"/>
              </a:defRPr>
            </a:lvl8pPr>
            <a:lvl9pPr algn="l">
              <a:defRPr sz="1800" b="0">
                <a:solidFill>
                  <a:srgbClr val="000000"/>
                </a:solidFill>
                <a:latin typeface="Arial"/>
                <a:ea typeface="Arial"/>
                <a:cs typeface="Arial"/>
              </a:defRPr>
            </a:lvl9pPr>
          </a:lstStyle>
          <a:p xmlns:a="http://schemas.openxmlformats.org/drawingml/2006/main">
            <a:pPr algn="l">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Content-specific detection with shared assessment, evidence and reporting</a:t>
            </a:r>
          </a:p>
        </p:txBody>
      </p:sp>
      <p:sp>
        <p:nvSpPr>
          <p:cNvPr id="3" name="">
            <a:extLst xmlns:a="http://schemas.openxmlformats.org/drawingml/2006/main">
              <a:ext uri="{FF2B5EF4-FFF2-40B4-BE49-F238E27FC236}">
                <a16:creationId xmlns:a16="http://schemas.microsoft.com/office/drawing/2014/main" id="{E0B86139-363C-4645-B153-40ABC06A2B80}"/>
              </a:ext>
            </a:extLst>
          </p:cNvPr>
          <p:cNvSpPr>
            <a:spLocks xmlns:a="http://schemas.openxmlformats.org/drawingml/2006/main" noGrp="1"/>
          </p:cNvSpPr>
          <p:nvPr/>
        </p:nvSpPr>
        <p:spPr>
          <a:xfrm xmlns:a="http://schemas.openxmlformats.org/drawingml/2006/main">
            <a:off x="228600" y="1162050"/>
            <a:ext cx="15811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4" name="01">
            <a:extLst xmlns:a="http://schemas.openxmlformats.org/drawingml/2006/main">
              <a:ext uri="{FF2B5EF4-FFF2-40B4-BE49-F238E27FC236}">
                <a16:creationId xmlns:a16="http://schemas.microsoft.com/office/drawing/2014/main" id="{2B1FA40D-F5EC-44FD-AE98-998ADC15A714}"/>
              </a:ext>
            </a:extLst>
          </p:cNvPr>
          <p:cNvSpPr>
            <a:spLocks xmlns:a="http://schemas.openxmlformats.org/drawingml/2006/main" noGrp="1"/>
          </p:cNvSpPr>
          <p:nvPr/>
        </p:nvSpPr>
        <p:spPr>
          <a:xfrm xmlns:a="http://schemas.openxmlformats.org/drawingml/2006/main">
            <a:off x="323850" y="123825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01</a:t>
            </a:r>
          </a:p>
        </p:txBody>
      </p:sp>
      <p:sp>
        <p:nvSpPr>
          <p:cNvPr id="5" name="CLIENT INTERFACES">
            <a:extLst xmlns:a="http://schemas.openxmlformats.org/drawingml/2006/main">
              <a:ext uri="{FF2B5EF4-FFF2-40B4-BE49-F238E27FC236}">
                <a16:creationId xmlns:a16="http://schemas.microsoft.com/office/drawing/2014/main" id="{18C111AB-3911-4C52-8429-F701DA64A7F9}"/>
              </a:ext>
            </a:extLst>
          </p:cNvPr>
          <p:cNvSpPr>
            <a:spLocks xmlns:a="http://schemas.openxmlformats.org/drawingml/2006/main" noGrp="1"/>
          </p:cNvSpPr>
          <p:nvPr/>
        </p:nvSpPr>
        <p:spPr>
          <a:xfrm xmlns:a="http://schemas.openxmlformats.org/drawingml/2006/main">
            <a:off x="304800" y="152400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CLIENT</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INTERFACES</a:t>
            </a:r>
          </a:p>
        </p:txBody>
      </p:sp>
      <p:sp>
        <p:nvSpPr>
          <p:cNvPr id="6" name="">
            <a:extLst xmlns:a="http://schemas.openxmlformats.org/drawingml/2006/main">
              <a:ext uri="{FF2B5EF4-FFF2-40B4-BE49-F238E27FC236}">
                <a16:creationId xmlns:a16="http://schemas.microsoft.com/office/drawing/2014/main" id="{B8F52927-8818-4DB5-8B35-8DA783780335}"/>
              </a:ext>
            </a:extLst>
          </p:cNvPr>
          <p:cNvSpPr>
            <a:spLocks xmlns:a="http://schemas.openxmlformats.org/drawingml/2006/main" noGrp="1"/>
          </p:cNvSpPr>
          <p:nvPr/>
        </p:nvSpPr>
        <p:spPr>
          <a:xfrm xmlns:a="http://schemas.openxmlformats.org/drawingml/2006/main">
            <a:off x="2038350" y="1162050"/>
            <a:ext cx="86677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7" name="">
            <a:extLst xmlns:a="http://schemas.openxmlformats.org/drawingml/2006/main">
              <a:ext uri="{FF2B5EF4-FFF2-40B4-BE49-F238E27FC236}">
                <a16:creationId xmlns:a16="http://schemas.microsoft.com/office/drawing/2014/main" id="{0947F83A-4FB1-4EBF-991A-7B6F1D273445}"/>
              </a:ext>
            </a:extLst>
          </p:cNvPr>
          <p:cNvPicPr>
            <a:picLocks xmlns:a="http://schemas.openxmlformats.org/drawingml/2006/main" noChangeAspect="1"/>
          </p:cNvPicPr>
          <p:nvPr/>
        </p:nvPicPr>
        <p:blipFill>
          <a:blip xmlns:r="http://schemas.openxmlformats.org/officeDocument/2006/relationships" xmlns:a="http://schemas.openxmlformats.org/drawingml/2006/main" r:embed="Rd12f42e629114779"/>
          <a:stretch xmlns:a="http://schemas.openxmlformats.org/drawingml/2006/main"/>
        </p:blipFill>
        <p:spPr>
          <a:xfrm xmlns:a="http://schemas.openxmlformats.org/drawingml/2006/main">
            <a:off x="2152650" y="1400175"/>
            <a:ext cx="285750" cy="285750"/>
          </a:xfrm>
          <a:prstGeom xmlns:a="http://schemas.openxmlformats.org/drawingml/2006/main" prst="rect">
            <a:avLst/>
          </a:prstGeom>
        </p:spPr>
      </p:pic>
      <p:sp>
        <p:nvSpPr>
          <p:cNvPr id="8" name="Web application React + Tailwind CSS">
            <a:extLst xmlns:a="http://schemas.openxmlformats.org/drawingml/2006/main">
              <a:ext uri="{FF2B5EF4-FFF2-40B4-BE49-F238E27FC236}">
                <a16:creationId xmlns:a16="http://schemas.microsoft.com/office/drawing/2014/main" id="{CD830A02-43E4-4CE8-B238-8D6EBCE646C5}"/>
              </a:ext>
            </a:extLst>
          </p:cNvPr>
          <p:cNvSpPr>
            <a:spLocks xmlns:a="http://schemas.openxmlformats.org/drawingml/2006/main" noGrp="1"/>
          </p:cNvSpPr>
          <p:nvPr/>
        </p:nvSpPr>
        <p:spPr>
          <a:xfrm xmlns:a="http://schemas.openxmlformats.org/drawingml/2006/main">
            <a:off x="2514600" y="1228725"/>
            <a:ext cx="8115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000000"/>
                </a:solidFill>
                <a:latin typeface="Arial"/>
                <a:ea typeface="Arial"/>
                <a:cs typeface="Arial"/>
              </a:defRPr>
            </a:defPPr>
            <a:lvl1pPr algn="ctr">
              <a:defRPr sz="1875" b="0">
                <a:solidFill>
                  <a:srgbClr val="000000"/>
                </a:solidFill>
                <a:latin typeface="Arial"/>
                <a:ea typeface="Arial"/>
                <a:cs typeface="Arial"/>
              </a:defRPr>
            </a:lvl1pPr>
            <a:lvl2pPr algn="ctr">
              <a:defRPr sz="1875" b="0">
                <a:solidFill>
                  <a:srgbClr val="000000"/>
                </a:solidFill>
                <a:latin typeface="Arial"/>
                <a:ea typeface="Arial"/>
                <a:cs typeface="Arial"/>
              </a:defRPr>
            </a:lvl2pPr>
            <a:lvl3pPr algn="ctr">
              <a:defRPr sz="1875" b="0">
                <a:solidFill>
                  <a:srgbClr val="000000"/>
                </a:solidFill>
                <a:latin typeface="Arial"/>
                <a:ea typeface="Arial"/>
                <a:cs typeface="Arial"/>
              </a:defRPr>
            </a:lvl3pPr>
            <a:lvl4pPr algn="ctr">
              <a:defRPr sz="1875" b="0">
                <a:solidFill>
                  <a:srgbClr val="000000"/>
                </a:solidFill>
                <a:latin typeface="Arial"/>
                <a:ea typeface="Arial"/>
                <a:cs typeface="Arial"/>
              </a:defRPr>
            </a:lvl4pPr>
            <a:lvl5pPr algn="ctr">
              <a:defRPr sz="1875" b="0">
                <a:solidFill>
                  <a:srgbClr val="000000"/>
                </a:solidFill>
                <a:latin typeface="Arial"/>
                <a:ea typeface="Arial"/>
                <a:cs typeface="Arial"/>
              </a:defRPr>
            </a:lvl5pPr>
            <a:lvl6pPr algn="ctr">
              <a:defRPr sz="1875" b="0">
                <a:solidFill>
                  <a:srgbClr val="000000"/>
                </a:solidFill>
                <a:latin typeface="Arial"/>
                <a:ea typeface="Arial"/>
                <a:cs typeface="Arial"/>
              </a:defRPr>
            </a:lvl6pPr>
            <a:lvl7pPr algn="ctr">
              <a:defRPr sz="1875" b="0">
                <a:solidFill>
                  <a:srgbClr val="000000"/>
                </a:solidFill>
                <a:latin typeface="Arial"/>
                <a:ea typeface="Arial"/>
                <a:cs typeface="Arial"/>
              </a:defRPr>
            </a:lvl7pPr>
            <a:lvl8pPr algn="ctr">
              <a:defRPr sz="1875" b="0">
                <a:solidFill>
                  <a:srgbClr val="000000"/>
                </a:solidFill>
                <a:latin typeface="Arial"/>
                <a:ea typeface="Arial"/>
                <a:cs typeface="Arial"/>
              </a:defRPr>
            </a:lvl8pPr>
            <a:lvl9pPr algn="ctr">
              <a:defRPr sz="1875" b="0">
                <a:solidFill>
                  <a:srgbClr val="000000"/>
                </a:solidFill>
                <a:latin typeface="Arial"/>
                <a:ea typeface="Arial"/>
                <a:cs typeface="Arial"/>
              </a:defRPr>
            </a:lvl9pPr>
          </a:lstStyle>
          <a:p xmlns:a="http://schemas.openxmlformats.org/drawingml/2006/main">
            <a:pPr algn="ctr">
              <a:lnSpc>
                <a:spcPct val="103000"/>
              </a:lnSpc>
              <a:buNone/>
              <a:defRPr sz="1875" b="0">
                <a:solidFill>
                  <a:srgbClr val="000000"/>
                </a:solidFill>
                <a:latin typeface="Arial"/>
                <a:ea typeface="Arial"/>
                <a:cs typeface="Arial"/>
              </a:defRPr>
            </a:pPr>
            <a:r>
              <a:rPr sz="1875" b="0">
                <a:solidFill>
                  <a:srgbClr val="000000"/>
                </a:solidFill>
                <a:latin typeface="Arial"/>
                <a:ea typeface="Arial"/>
                <a:cs typeface="Arial"/>
              </a:rPr>
              <a:t>Web application</a:t>
            </a:r>
          </a:p>
          <a:p xmlns:a="http://schemas.openxmlformats.org/drawingml/2006/main">
            <a:pPr algn="ctr">
              <a:lnSpc>
                <a:spcPct val="103000"/>
              </a:lnSpc>
              <a:buNone/>
              <a:defRPr sz="1875" b="0">
                <a:solidFill>
                  <a:srgbClr val="000000"/>
                </a:solidFill>
                <a:latin typeface="Arial"/>
                <a:ea typeface="Arial"/>
                <a:cs typeface="Arial"/>
              </a:defRPr>
            </a:pPr>
            <a:r>
              <a:rPr sz="1875" b="0">
                <a:solidFill>
                  <a:srgbClr val="000000"/>
                </a:solidFill>
                <a:latin typeface="Arial"/>
                <a:ea typeface="Arial"/>
                <a:cs typeface="Arial"/>
              </a:rPr>
              <a:t>React + Tailwind CSS</a:t>
            </a:r>
          </a:p>
        </p:txBody>
      </p:sp>
      <p:sp>
        <p:nvSpPr>
          <p:cNvPr id="9" name="">
            <a:extLst xmlns:a="http://schemas.openxmlformats.org/drawingml/2006/main">
              <a:ext uri="{FF2B5EF4-FFF2-40B4-BE49-F238E27FC236}">
                <a16:creationId xmlns:a16="http://schemas.microsoft.com/office/drawing/2014/main" id="{584150B4-4BE6-4E0C-9B59-F871A02DE14B}"/>
              </a:ext>
            </a:extLst>
          </p:cNvPr>
          <p:cNvSpPr>
            <a:spLocks xmlns:a="http://schemas.openxmlformats.org/drawingml/2006/main" noGrp="1"/>
          </p:cNvSpPr>
          <p:nvPr/>
        </p:nvSpPr>
        <p:spPr>
          <a:xfrm xmlns:a="http://schemas.openxmlformats.org/drawingml/2006/main">
            <a:off x="10896600" y="1162050"/>
            <a:ext cx="58674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0" name="">
            <a:extLst xmlns:a="http://schemas.openxmlformats.org/drawingml/2006/main">
              <a:ext uri="{FF2B5EF4-FFF2-40B4-BE49-F238E27FC236}">
                <a16:creationId xmlns:a16="http://schemas.microsoft.com/office/drawing/2014/main" id="{7A7B30B1-3459-4AEB-B9D0-2AAFA21F7FFE}"/>
              </a:ext>
            </a:extLst>
          </p:cNvPr>
          <p:cNvPicPr>
            <a:picLocks xmlns:a="http://schemas.openxmlformats.org/drawingml/2006/main" noChangeAspect="1"/>
          </p:cNvPicPr>
          <p:nvPr/>
        </p:nvPicPr>
        <p:blipFill>
          <a:blip xmlns:r="http://schemas.openxmlformats.org/officeDocument/2006/relationships" xmlns:a="http://schemas.openxmlformats.org/drawingml/2006/main" r:embed="Rc9bf9dd7475f49b1"/>
          <a:stretch xmlns:a="http://schemas.openxmlformats.org/drawingml/2006/main"/>
        </p:blipFill>
        <p:spPr>
          <a:xfrm xmlns:a="http://schemas.openxmlformats.org/drawingml/2006/main">
            <a:off x="11010900" y="1400175"/>
            <a:ext cx="285750" cy="285750"/>
          </a:xfrm>
          <a:prstGeom xmlns:a="http://schemas.openxmlformats.org/drawingml/2006/main" prst="rect">
            <a:avLst/>
          </a:prstGeom>
        </p:spPr>
      </p:pic>
      <p:sp>
        <p:nvSpPr>
          <p:cNvPr id="11" name="Browser / Gmail extension Selected email and embedded links">
            <a:extLst xmlns:a="http://schemas.openxmlformats.org/drawingml/2006/main">
              <a:ext uri="{FF2B5EF4-FFF2-40B4-BE49-F238E27FC236}">
                <a16:creationId xmlns:a16="http://schemas.microsoft.com/office/drawing/2014/main" id="{4B3B1384-8522-493C-B6D6-C7198BB17E0E}"/>
              </a:ext>
            </a:extLst>
          </p:cNvPr>
          <p:cNvSpPr>
            <a:spLocks xmlns:a="http://schemas.openxmlformats.org/drawingml/2006/main" noGrp="1"/>
          </p:cNvSpPr>
          <p:nvPr/>
        </p:nvSpPr>
        <p:spPr>
          <a:xfrm xmlns:a="http://schemas.openxmlformats.org/drawingml/2006/main">
            <a:off x="11372850" y="1228725"/>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Browser / Gmail extension</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Selected email and embedded links</a:t>
            </a:r>
          </a:p>
        </p:txBody>
      </p:sp>
      <p:cxnSp>
        <p:nvCxnSpPr>
          <p:cNvPr id="12" name="">
            <a:extLst xmlns:a="http://schemas.openxmlformats.org/drawingml/2006/main">
              <a:ext uri="{FF2B5EF4-FFF2-40B4-BE49-F238E27FC236}">
                <a16:creationId xmlns:a16="http://schemas.microsoft.com/office/drawing/2014/main" id="{1BBD8BFE-1FAC-4CE2-AD8C-C8541875EB8A}"/>
              </a:ext>
            </a:extLst>
          </p:cNvPr>
          <p:cNvCxnSpPr/>
          <p:nvPr/>
        </p:nvCxnSpPr>
        <p:spPr>
          <a:xfrm xmlns:a="http://schemas.openxmlformats.org/drawingml/2006/main">
            <a:off x="6372225" y="1924050"/>
            <a:ext cx="0" cy="13335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13" name="">
            <a:extLst xmlns:a="http://schemas.openxmlformats.org/drawingml/2006/main">
              <a:ext uri="{FF2B5EF4-FFF2-40B4-BE49-F238E27FC236}">
                <a16:creationId xmlns:a16="http://schemas.microsoft.com/office/drawing/2014/main" id="{16D2BF8A-2FC9-43BA-85DA-3AAC6F359915}"/>
              </a:ext>
            </a:extLst>
          </p:cNvPr>
          <p:cNvCxnSpPr/>
          <p:nvPr/>
        </p:nvCxnSpPr>
        <p:spPr>
          <a:xfrm xmlns:a="http://schemas.openxmlformats.org/drawingml/2006/main">
            <a:off x="6372225" y="2057400"/>
            <a:ext cx="30289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14" name="">
            <a:extLst xmlns:a="http://schemas.openxmlformats.org/drawingml/2006/main">
              <a:ext uri="{FF2B5EF4-FFF2-40B4-BE49-F238E27FC236}">
                <a16:creationId xmlns:a16="http://schemas.microsoft.com/office/drawing/2014/main" id="{F8512EF4-DD85-491C-901C-9B90AE4986DE}"/>
              </a:ext>
            </a:extLst>
          </p:cNvPr>
          <p:cNvCxnSpPr/>
          <p:nvPr/>
        </p:nvCxnSpPr>
        <p:spPr>
          <a:xfrm xmlns:a="http://schemas.openxmlformats.org/drawingml/2006/main">
            <a:off x="13830300" y="1924050"/>
            <a:ext cx="0" cy="13335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15" name="">
            <a:extLst xmlns:a="http://schemas.openxmlformats.org/drawingml/2006/main">
              <a:ext uri="{FF2B5EF4-FFF2-40B4-BE49-F238E27FC236}">
                <a16:creationId xmlns:a16="http://schemas.microsoft.com/office/drawing/2014/main" id="{A70092CC-A19F-4DE7-B294-E71EE7F33D9A}"/>
              </a:ext>
            </a:extLst>
          </p:cNvPr>
          <p:cNvCxnSpPr/>
          <p:nvPr/>
        </p:nvCxnSpPr>
        <p:spPr>
          <a:xfrm xmlns:a="http://schemas.openxmlformats.org/drawingml/2006/main">
            <a:off x="9401175" y="2057400"/>
            <a:ext cx="4429125"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16" name="">
            <a:extLst xmlns:a="http://schemas.openxmlformats.org/drawingml/2006/main">
              <a:ext uri="{FF2B5EF4-FFF2-40B4-BE49-F238E27FC236}">
                <a16:creationId xmlns:a16="http://schemas.microsoft.com/office/drawing/2014/main" id="{5EF8ADDD-F288-46D4-A8E7-56143CB783DC}"/>
              </a:ext>
            </a:extLst>
          </p:cNvPr>
          <p:cNvCxnSpPr/>
          <p:nvPr/>
        </p:nvCxnSpPr>
        <p:spPr>
          <a:xfrm xmlns:a="http://schemas.openxmlformats.org/drawingml/2006/main">
            <a:off x="9401175" y="2057400"/>
            <a:ext cx="0" cy="152400"/>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17" name="">
            <a:extLst xmlns:a="http://schemas.openxmlformats.org/drawingml/2006/main">
              <a:ext uri="{FF2B5EF4-FFF2-40B4-BE49-F238E27FC236}">
                <a16:creationId xmlns:a16="http://schemas.microsoft.com/office/drawing/2014/main" id="{F3743B97-7DB8-497C-87FB-19D125A7AC54}"/>
              </a:ext>
            </a:extLst>
          </p:cNvPr>
          <p:cNvSpPr>
            <a:spLocks xmlns:a="http://schemas.openxmlformats.org/drawingml/2006/main" noGrp="1"/>
          </p:cNvSpPr>
          <p:nvPr/>
        </p:nvSpPr>
        <p:spPr>
          <a:xfrm xmlns:a="http://schemas.openxmlformats.org/drawingml/2006/main">
            <a:off x="228600" y="2209800"/>
            <a:ext cx="15811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8" name="02">
            <a:extLst xmlns:a="http://schemas.openxmlformats.org/drawingml/2006/main">
              <a:ext uri="{FF2B5EF4-FFF2-40B4-BE49-F238E27FC236}">
                <a16:creationId xmlns:a16="http://schemas.microsoft.com/office/drawing/2014/main" id="{4EFBF4CF-663A-488E-A769-EAFD1280052B}"/>
              </a:ext>
            </a:extLst>
          </p:cNvPr>
          <p:cNvSpPr>
            <a:spLocks xmlns:a="http://schemas.openxmlformats.org/drawingml/2006/main" noGrp="1"/>
          </p:cNvSpPr>
          <p:nvPr/>
        </p:nvSpPr>
        <p:spPr>
          <a:xfrm xmlns:a="http://schemas.openxmlformats.org/drawingml/2006/main">
            <a:off x="323850" y="22860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02</a:t>
            </a:r>
          </a:p>
        </p:txBody>
      </p:sp>
      <p:sp>
        <p:nvSpPr>
          <p:cNvPr id="19" name="SECURITY &amp; ACCESS">
            <a:extLst xmlns:a="http://schemas.openxmlformats.org/drawingml/2006/main">
              <a:ext uri="{FF2B5EF4-FFF2-40B4-BE49-F238E27FC236}">
                <a16:creationId xmlns:a16="http://schemas.microsoft.com/office/drawing/2014/main" id="{F6E232E1-8E92-4E92-A93A-9593391F36ED}"/>
              </a:ext>
            </a:extLst>
          </p:cNvPr>
          <p:cNvSpPr>
            <a:spLocks xmlns:a="http://schemas.openxmlformats.org/drawingml/2006/main" noGrp="1"/>
          </p:cNvSpPr>
          <p:nvPr/>
        </p:nvSpPr>
        <p:spPr>
          <a:xfrm xmlns:a="http://schemas.openxmlformats.org/drawingml/2006/main">
            <a:off x="304800" y="25717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SECURITY &amp;</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ACCESS</a:t>
            </a:r>
          </a:p>
        </p:txBody>
      </p:sp>
      <p:sp>
        <p:nvSpPr>
          <p:cNvPr id="20" name="">
            <a:extLst xmlns:a="http://schemas.openxmlformats.org/drawingml/2006/main">
              <a:ext uri="{FF2B5EF4-FFF2-40B4-BE49-F238E27FC236}">
                <a16:creationId xmlns:a16="http://schemas.microsoft.com/office/drawing/2014/main" id="{83A5AB28-3F27-4610-9F11-278A5B6532E1}"/>
              </a:ext>
            </a:extLst>
          </p:cNvPr>
          <p:cNvSpPr>
            <a:spLocks xmlns:a="http://schemas.openxmlformats.org/drawingml/2006/main" noGrp="1"/>
          </p:cNvSpPr>
          <p:nvPr/>
        </p:nvSpPr>
        <p:spPr>
          <a:xfrm xmlns:a="http://schemas.openxmlformats.org/drawingml/2006/main">
            <a:off x="2038350" y="2209800"/>
            <a:ext cx="147256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21" name="">
            <a:extLst xmlns:a="http://schemas.openxmlformats.org/drawingml/2006/main">
              <a:ext uri="{FF2B5EF4-FFF2-40B4-BE49-F238E27FC236}">
                <a16:creationId xmlns:a16="http://schemas.microsoft.com/office/drawing/2014/main" id="{1E44CAD2-74D9-4FB0-826B-728DA2C5BF19}"/>
              </a:ext>
            </a:extLst>
          </p:cNvPr>
          <p:cNvSpPr>
            <a:spLocks xmlns:a="http://schemas.openxmlformats.org/drawingml/2006/main" noGrp="1"/>
          </p:cNvSpPr>
          <p:nvPr/>
        </p:nvSpPr>
        <p:spPr>
          <a:xfrm xmlns:a="http://schemas.openxmlformats.org/drawingml/2006/main">
            <a:off x="2038350" y="220980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22" name="">
            <a:extLst xmlns:a="http://schemas.openxmlformats.org/drawingml/2006/main">
              <a:ext uri="{FF2B5EF4-FFF2-40B4-BE49-F238E27FC236}">
                <a16:creationId xmlns:a16="http://schemas.microsoft.com/office/drawing/2014/main" id="{6640D478-3BCB-40A2-B864-2263802161DE}"/>
              </a:ext>
            </a:extLst>
          </p:cNvPr>
          <p:cNvPicPr>
            <a:picLocks xmlns:a="http://schemas.openxmlformats.org/drawingml/2006/main" noChangeAspect="1"/>
          </p:cNvPicPr>
          <p:nvPr/>
        </p:nvPicPr>
        <p:blipFill>
          <a:blip xmlns:r="http://schemas.openxmlformats.org/officeDocument/2006/relationships" xmlns:a="http://schemas.openxmlformats.org/drawingml/2006/main" r:embed="Rb58c022dc0d84053"/>
          <a:stretch xmlns:a="http://schemas.openxmlformats.org/drawingml/2006/main"/>
        </p:blipFill>
        <p:spPr>
          <a:xfrm xmlns:a="http://schemas.openxmlformats.org/drawingml/2006/main">
            <a:off x="2152650" y="2428875"/>
            <a:ext cx="285750" cy="285750"/>
          </a:xfrm>
          <a:prstGeom xmlns:a="http://schemas.openxmlformats.org/drawingml/2006/main" prst="rect">
            <a:avLst/>
          </a:prstGeom>
        </p:spPr>
      </p:pic>
      <p:sp>
        <p:nvSpPr>
          <p:cNvPr id="23" name="JWT authentication">
            <a:extLst xmlns:a="http://schemas.openxmlformats.org/drawingml/2006/main">
              <a:ext uri="{FF2B5EF4-FFF2-40B4-BE49-F238E27FC236}">
                <a16:creationId xmlns:a16="http://schemas.microsoft.com/office/drawing/2014/main" id="{65A8AC23-3484-41AA-9B42-0E94C83270F4}"/>
              </a:ext>
            </a:extLst>
          </p:cNvPr>
          <p:cNvSpPr>
            <a:spLocks xmlns:a="http://schemas.openxmlformats.org/drawingml/2006/main" noGrp="1"/>
          </p:cNvSpPr>
          <p:nvPr/>
        </p:nvSpPr>
        <p:spPr>
          <a:xfrm xmlns:a="http://schemas.openxmlformats.org/drawingml/2006/main">
            <a:off x="2514600" y="227647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JWT authentication</a:t>
            </a:r>
          </a:p>
        </p:txBody>
      </p:sp>
      <p:sp>
        <p:nvSpPr>
          <p:cNvPr id="24" name="">
            <a:extLst xmlns:a="http://schemas.openxmlformats.org/drawingml/2006/main">
              <a:ext uri="{FF2B5EF4-FFF2-40B4-BE49-F238E27FC236}">
                <a16:creationId xmlns:a16="http://schemas.microsoft.com/office/drawing/2014/main" id="{B4F6BE24-ABFB-4AA3-BA8E-A9411949C93C}"/>
              </a:ext>
            </a:extLst>
          </p:cNvPr>
          <p:cNvSpPr>
            <a:spLocks xmlns:a="http://schemas.openxmlformats.org/drawingml/2006/main" noGrp="1"/>
          </p:cNvSpPr>
          <p:nvPr/>
        </p:nvSpPr>
        <p:spPr>
          <a:xfrm xmlns:a="http://schemas.openxmlformats.org/drawingml/2006/main">
            <a:off x="6978650" y="220980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25" name="">
            <a:extLst xmlns:a="http://schemas.openxmlformats.org/drawingml/2006/main">
              <a:ext uri="{FF2B5EF4-FFF2-40B4-BE49-F238E27FC236}">
                <a16:creationId xmlns:a16="http://schemas.microsoft.com/office/drawing/2014/main" id="{E5F2627C-1D17-4258-BA92-4CCE3608BC51}"/>
              </a:ext>
            </a:extLst>
          </p:cNvPr>
          <p:cNvPicPr>
            <a:picLocks xmlns:a="http://schemas.openxmlformats.org/drawingml/2006/main" noChangeAspect="1"/>
          </p:cNvPicPr>
          <p:nvPr/>
        </p:nvPicPr>
        <p:blipFill>
          <a:blip xmlns:r="http://schemas.openxmlformats.org/officeDocument/2006/relationships" xmlns:a="http://schemas.openxmlformats.org/drawingml/2006/main" r:embed="Rb7002c51668e423b"/>
          <a:stretch xmlns:a="http://schemas.openxmlformats.org/drawingml/2006/main"/>
        </p:blipFill>
        <p:spPr>
          <a:xfrm xmlns:a="http://schemas.openxmlformats.org/drawingml/2006/main">
            <a:off x="7092950" y="2428875"/>
            <a:ext cx="285750" cy="285750"/>
          </a:xfrm>
          <a:prstGeom xmlns:a="http://schemas.openxmlformats.org/drawingml/2006/main" prst="rect">
            <a:avLst/>
          </a:prstGeom>
        </p:spPr>
      </p:pic>
      <p:sp>
        <p:nvSpPr>
          <p:cNvPr id="26" name="User-owned scan access">
            <a:extLst xmlns:a="http://schemas.openxmlformats.org/drawingml/2006/main">
              <a:ext uri="{FF2B5EF4-FFF2-40B4-BE49-F238E27FC236}">
                <a16:creationId xmlns:a16="http://schemas.microsoft.com/office/drawing/2014/main" id="{8B962E10-921D-4DC4-9A55-C81F09F18DCD}"/>
              </a:ext>
            </a:extLst>
          </p:cNvPr>
          <p:cNvSpPr>
            <a:spLocks xmlns:a="http://schemas.openxmlformats.org/drawingml/2006/main" noGrp="1"/>
          </p:cNvSpPr>
          <p:nvPr/>
        </p:nvSpPr>
        <p:spPr>
          <a:xfrm xmlns:a="http://schemas.openxmlformats.org/drawingml/2006/main">
            <a:off x="7454900" y="227647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User-owned scan access</a:t>
            </a:r>
          </a:p>
        </p:txBody>
      </p:sp>
      <p:sp>
        <p:nvSpPr>
          <p:cNvPr id="27" name="">
            <a:extLst xmlns:a="http://schemas.openxmlformats.org/drawingml/2006/main">
              <a:ext uri="{FF2B5EF4-FFF2-40B4-BE49-F238E27FC236}">
                <a16:creationId xmlns:a16="http://schemas.microsoft.com/office/drawing/2014/main" id="{F5CF76D8-E6FD-4A3A-B405-858B5BAE0193}"/>
              </a:ext>
            </a:extLst>
          </p:cNvPr>
          <p:cNvSpPr>
            <a:spLocks xmlns:a="http://schemas.openxmlformats.org/drawingml/2006/main" noGrp="1"/>
          </p:cNvSpPr>
          <p:nvPr/>
        </p:nvSpPr>
        <p:spPr>
          <a:xfrm xmlns:a="http://schemas.openxmlformats.org/drawingml/2006/main">
            <a:off x="11918950" y="220980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28" name="">
            <a:extLst xmlns:a="http://schemas.openxmlformats.org/drawingml/2006/main">
              <a:ext uri="{FF2B5EF4-FFF2-40B4-BE49-F238E27FC236}">
                <a16:creationId xmlns:a16="http://schemas.microsoft.com/office/drawing/2014/main" id="{887B263C-7F78-4B52-9A0C-A131265B45EE}"/>
              </a:ext>
            </a:extLst>
          </p:cNvPr>
          <p:cNvPicPr>
            <a:picLocks xmlns:a="http://schemas.openxmlformats.org/drawingml/2006/main" noChangeAspect="1"/>
          </p:cNvPicPr>
          <p:nvPr/>
        </p:nvPicPr>
        <p:blipFill>
          <a:blip xmlns:r="http://schemas.openxmlformats.org/officeDocument/2006/relationships" xmlns:a="http://schemas.openxmlformats.org/drawingml/2006/main" r:embed="R639d5d18c06843f3"/>
          <a:stretch xmlns:a="http://schemas.openxmlformats.org/drawingml/2006/main"/>
        </p:blipFill>
        <p:spPr>
          <a:xfrm xmlns:a="http://schemas.openxmlformats.org/drawingml/2006/main">
            <a:off x="12033250" y="2428875"/>
            <a:ext cx="285750" cy="285750"/>
          </a:xfrm>
          <a:prstGeom xmlns:a="http://schemas.openxmlformats.org/drawingml/2006/main" prst="rect">
            <a:avLst/>
          </a:prstGeom>
        </p:spPr>
      </p:pic>
      <p:sp>
        <p:nvSpPr>
          <p:cNvPr id="29" name="Input and file validation">
            <a:extLst xmlns:a="http://schemas.openxmlformats.org/drawingml/2006/main">
              <a:ext uri="{FF2B5EF4-FFF2-40B4-BE49-F238E27FC236}">
                <a16:creationId xmlns:a16="http://schemas.microsoft.com/office/drawing/2014/main" id="{CE43F042-4201-4E9C-90B4-758FFDDCB72C}"/>
              </a:ext>
            </a:extLst>
          </p:cNvPr>
          <p:cNvSpPr>
            <a:spLocks xmlns:a="http://schemas.openxmlformats.org/drawingml/2006/main" noGrp="1"/>
          </p:cNvSpPr>
          <p:nvPr/>
        </p:nvSpPr>
        <p:spPr>
          <a:xfrm xmlns:a="http://schemas.openxmlformats.org/drawingml/2006/main">
            <a:off x="12395200" y="227647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Input and file validation</a:t>
            </a:r>
          </a:p>
        </p:txBody>
      </p:sp>
      <p:cxnSp>
        <p:nvCxnSpPr>
          <p:cNvPr id="30" name="">
            <a:extLst xmlns:a="http://schemas.openxmlformats.org/drawingml/2006/main">
              <a:ext uri="{FF2B5EF4-FFF2-40B4-BE49-F238E27FC236}">
                <a16:creationId xmlns:a16="http://schemas.microsoft.com/office/drawing/2014/main" id="{0F118DF7-78CB-4B05-B1A1-EF3E0B0C9494}"/>
              </a:ext>
            </a:extLst>
          </p:cNvPr>
          <p:cNvCxnSpPr/>
          <p:nvPr/>
        </p:nvCxnSpPr>
        <p:spPr>
          <a:xfrm xmlns:a="http://schemas.openxmlformats.org/drawingml/2006/main">
            <a:off x="9401175" y="2933700"/>
            <a:ext cx="0" cy="266700"/>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31" name="">
            <a:extLst xmlns:a="http://schemas.openxmlformats.org/drawingml/2006/main">
              <a:ext uri="{FF2B5EF4-FFF2-40B4-BE49-F238E27FC236}">
                <a16:creationId xmlns:a16="http://schemas.microsoft.com/office/drawing/2014/main" id="{02ADC0F3-89A5-4EEB-8DDE-A972A3EF6887}"/>
              </a:ext>
            </a:extLst>
          </p:cNvPr>
          <p:cNvSpPr>
            <a:spLocks xmlns:a="http://schemas.openxmlformats.org/drawingml/2006/main" noGrp="1"/>
          </p:cNvSpPr>
          <p:nvPr/>
        </p:nvSpPr>
        <p:spPr>
          <a:xfrm xmlns:a="http://schemas.openxmlformats.org/drawingml/2006/main">
            <a:off x="228600" y="3200400"/>
            <a:ext cx="15811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32" name="03">
            <a:extLst xmlns:a="http://schemas.openxmlformats.org/drawingml/2006/main">
              <a:ext uri="{FF2B5EF4-FFF2-40B4-BE49-F238E27FC236}">
                <a16:creationId xmlns:a16="http://schemas.microsoft.com/office/drawing/2014/main" id="{5DD13F1C-E4A5-4850-8791-A5D195107C0C}"/>
              </a:ext>
            </a:extLst>
          </p:cNvPr>
          <p:cNvSpPr>
            <a:spLocks xmlns:a="http://schemas.openxmlformats.org/drawingml/2006/main" noGrp="1"/>
          </p:cNvSpPr>
          <p:nvPr/>
        </p:nvSpPr>
        <p:spPr>
          <a:xfrm xmlns:a="http://schemas.openxmlformats.org/drawingml/2006/main">
            <a:off x="323850" y="32766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03</a:t>
            </a:r>
          </a:p>
        </p:txBody>
      </p:sp>
      <p:sp>
        <p:nvSpPr>
          <p:cNvPr id="33" name="API GATEWAY">
            <a:extLst xmlns:a="http://schemas.openxmlformats.org/drawingml/2006/main">
              <a:ext uri="{FF2B5EF4-FFF2-40B4-BE49-F238E27FC236}">
                <a16:creationId xmlns:a16="http://schemas.microsoft.com/office/drawing/2014/main" id="{81B0E92B-F5FD-467C-B2C2-34E7905E3B8A}"/>
              </a:ext>
            </a:extLst>
          </p:cNvPr>
          <p:cNvSpPr>
            <a:spLocks xmlns:a="http://schemas.openxmlformats.org/drawingml/2006/main" noGrp="1"/>
          </p:cNvSpPr>
          <p:nvPr/>
        </p:nvSpPr>
        <p:spPr>
          <a:xfrm xmlns:a="http://schemas.openxmlformats.org/drawingml/2006/main">
            <a:off x="304800" y="35623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API</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GATEWAY</a:t>
            </a:r>
          </a:p>
        </p:txBody>
      </p:sp>
      <p:sp>
        <p:nvSpPr>
          <p:cNvPr id="34" name="">
            <a:extLst xmlns:a="http://schemas.openxmlformats.org/drawingml/2006/main">
              <a:ext uri="{FF2B5EF4-FFF2-40B4-BE49-F238E27FC236}">
                <a16:creationId xmlns:a16="http://schemas.microsoft.com/office/drawing/2014/main" id="{0DCC18E4-8F5C-4696-9A9C-D9F4B9B8E82C}"/>
              </a:ext>
            </a:extLst>
          </p:cNvPr>
          <p:cNvSpPr>
            <a:spLocks xmlns:a="http://schemas.openxmlformats.org/drawingml/2006/main" noGrp="1"/>
          </p:cNvSpPr>
          <p:nvPr/>
        </p:nvSpPr>
        <p:spPr>
          <a:xfrm xmlns:a="http://schemas.openxmlformats.org/drawingml/2006/main">
            <a:off x="2038350" y="3200400"/>
            <a:ext cx="147256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35" name="">
            <a:extLst xmlns:a="http://schemas.openxmlformats.org/drawingml/2006/main">
              <a:ext uri="{FF2B5EF4-FFF2-40B4-BE49-F238E27FC236}">
                <a16:creationId xmlns:a16="http://schemas.microsoft.com/office/drawing/2014/main" id="{41266775-D1E9-4C91-AC09-C11235855F80}"/>
              </a:ext>
            </a:extLst>
          </p:cNvPr>
          <p:cNvPicPr>
            <a:picLocks xmlns:a="http://schemas.openxmlformats.org/drawingml/2006/main" noChangeAspect="1"/>
          </p:cNvPicPr>
          <p:nvPr/>
        </p:nvPicPr>
        <p:blipFill>
          <a:blip xmlns:r="http://schemas.openxmlformats.org/officeDocument/2006/relationships" xmlns:a="http://schemas.openxmlformats.org/drawingml/2006/main" r:embed="R4b3ff2b6d5d24639"/>
          <a:stretch xmlns:a="http://schemas.openxmlformats.org/drawingml/2006/main"/>
        </p:blipFill>
        <p:spPr>
          <a:xfrm xmlns:a="http://schemas.openxmlformats.org/drawingml/2006/main">
            <a:off x="2152650" y="3419475"/>
            <a:ext cx="285750" cy="285750"/>
          </a:xfrm>
          <a:prstGeom xmlns:a="http://schemas.openxmlformats.org/drawingml/2006/main" prst="rect">
            <a:avLst/>
          </a:prstGeom>
        </p:spPr>
      </p:pic>
      <p:sp>
        <p:nvSpPr>
          <p:cNvPr id="36" name="FastAPI gateway Request validation, authenticated routing and service error handling">
            <a:extLst xmlns:a="http://schemas.openxmlformats.org/drawingml/2006/main">
              <a:ext uri="{FF2B5EF4-FFF2-40B4-BE49-F238E27FC236}">
                <a16:creationId xmlns:a16="http://schemas.microsoft.com/office/drawing/2014/main" id="{5210A223-57DF-4C4E-845E-288CEEB4FBB6}"/>
              </a:ext>
            </a:extLst>
          </p:cNvPr>
          <p:cNvSpPr>
            <a:spLocks xmlns:a="http://schemas.openxmlformats.org/drawingml/2006/main" noGrp="1"/>
          </p:cNvSpPr>
          <p:nvPr/>
        </p:nvSpPr>
        <p:spPr>
          <a:xfrm xmlns:a="http://schemas.openxmlformats.org/drawingml/2006/main">
            <a:off x="2514600" y="3267075"/>
            <a:ext cx="1417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000000"/>
                </a:solidFill>
                <a:latin typeface="Arial"/>
                <a:ea typeface="Arial"/>
                <a:cs typeface="Arial"/>
              </a:defRPr>
            </a:defPPr>
            <a:lvl1pPr algn="ctr">
              <a:defRPr sz="1875" b="0">
                <a:solidFill>
                  <a:srgbClr val="000000"/>
                </a:solidFill>
                <a:latin typeface="Arial"/>
                <a:ea typeface="Arial"/>
                <a:cs typeface="Arial"/>
              </a:defRPr>
            </a:lvl1pPr>
            <a:lvl2pPr algn="ctr">
              <a:defRPr sz="1875" b="0">
                <a:solidFill>
                  <a:srgbClr val="000000"/>
                </a:solidFill>
                <a:latin typeface="Arial"/>
                <a:ea typeface="Arial"/>
                <a:cs typeface="Arial"/>
              </a:defRPr>
            </a:lvl2pPr>
            <a:lvl3pPr algn="ctr">
              <a:defRPr sz="1875" b="0">
                <a:solidFill>
                  <a:srgbClr val="000000"/>
                </a:solidFill>
                <a:latin typeface="Arial"/>
                <a:ea typeface="Arial"/>
                <a:cs typeface="Arial"/>
              </a:defRPr>
            </a:lvl3pPr>
            <a:lvl4pPr algn="ctr">
              <a:defRPr sz="1875" b="0">
                <a:solidFill>
                  <a:srgbClr val="000000"/>
                </a:solidFill>
                <a:latin typeface="Arial"/>
                <a:ea typeface="Arial"/>
                <a:cs typeface="Arial"/>
              </a:defRPr>
            </a:lvl4pPr>
            <a:lvl5pPr algn="ctr">
              <a:defRPr sz="1875" b="0">
                <a:solidFill>
                  <a:srgbClr val="000000"/>
                </a:solidFill>
                <a:latin typeface="Arial"/>
                <a:ea typeface="Arial"/>
                <a:cs typeface="Arial"/>
              </a:defRPr>
            </a:lvl5pPr>
            <a:lvl6pPr algn="ctr">
              <a:defRPr sz="1875" b="0">
                <a:solidFill>
                  <a:srgbClr val="000000"/>
                </a:solidFill>
                <a:latin typeface="Arial"/>
                <a:ea typeface="Arial"/>
                <a:cs typeface="Arial"/>
              </a:defRPr>
            </a:lvl6pPr>
            <a:lvl7pPr algn="ctr">
              <a:defRPr sz="1875" b="0">
                <a:solidFill>
                  <a:srgbClr val="000000"/>
                </a:solidFill>
                <a:latin typeface="Arial"/>
                <a:ea typeface="Arial"/>
                <a:cs typeface="Arial"/>
              </a:defRPr>
            </a:lvl7pPr>
            <a:lvl8pPr algn="ctr">
              <a:defRPr sz="1875" b="0">
                <a:solidFill>
                  <a:srgbClr val="000000"/>
                </a:solidFill>
                <a:latin typeface="Arial"/>
                <a:ea typeface="Arial"/>
                <a:cs typeface="Arial"/>
              </a:defRPr>
            </a:lvl8pPr>
            <a:lvl9pPr algn="ctr">
              <a:defRPr sz="1875" b="0">
                <a:solidFill>
                  <a:srgbClr val="000000"/>
                </a:solidFill>
                <a:latin typeface="Arial"/>
                <a:ea typeface="Arial"/>
                <a:cs typeface="Arial"/>
              </a:defRPr>
            </a:lvl9pPr>
          </a:lstStyle>
          <a:p xmlns:a="http://schemas.openxmlformats.org/drawingml/2006/main">
            <a:pPr algn="ctr">
              <a:lnSpc>
                <a:spcPct val="103000"/>
              </a:lnSpc>
              <a:buNone/>
              <a:defRPr sz="1875" b="0">
                <a:solidFill>
                  <a:srgbClr val="000000"/>
                </a:solidFill>
                <a:latin typeface="Arial"/>
                <a:ea typeface="Arial"/>
                <a:cs typeface="Arial"/>
              </a:defRPr>
            </a:pPr>
            <a:r>
              <a:rPr sz="1875" b="0">
                <a:solidFill>
                  <a:srgbClr val="000000"/>
                </a:solidFill>
                <a:latin typeface="Arial"/>
                <a:ea typeface="Arial"/>
                <a:cs typeface="Arial"/>
              </a:rPr>
              <a:t>FastAPI gateway</a:t>
            </a:r>
          </a:p>
          <a:p xmlns:a="http://schemas.openxmlformats.org/drawingml/2006/main">
            <a:pPr algn="ctr">
              <a:lnSpc>
                <a:spcPct val="103000"/>
              </a:lnSpc>
              <a:buNone/>
              <a:defRPr sz="1875" b="0">
                <a:solidFill>
                  <a:srgbClr val="000000"/>
                </a:solidFill>
                <a:latin typeface="Arial"/>
                <a:ea typeface="Arial"/>
                <a:cs typeface="Arial"/>
              </a:defRPr>
            </a:pPr>
            <a:r>
              <a:rPr sz="1875" b="0">
                <a:solidFill>
                  <a:srgbClr val="000000"/>
                </a:solidFill>
                <a:latin typeface="Arial"/>
                <a:ea typeface="Arial"/>
                <a:cs typeface="Arial"/>
              </a:rPr>
              <a:t>Request validation, authenticated routing and service error handling</a:t>
            </a:r>
          </a:p>
        </p:txBody>
      </p:sp>
      <p:cxnSp>
        <p:nvCxnSpPr>
          <p:cNvPr id="37" name="">
            <a:extLst xmlns:a="http://schemas.openxmlformats.org/drawingml/2006/main">
              <a:ext uri="{FF2B5EF4-FFF2-40B4-BE49-F238E27FC236}">
                <a16:creationId xmlns:a16="http://schemas.microsoft.com/office/drawing/2014/main" id="{46EF5906-E88F-4F83-AFF6-413AA59A046F}"/>
              </a:ext>
            </a:extLst>
          </p:cNvPr>
          <p:cNvCxnSpPr/>
          <p:nvPr/>
        </p:nvCxnSpPr>
        <p:spPr>
          <a:xfrm xmlns:a="http://schemas.openxmlformats.org/drawingml/2006/main">
            <a:off x="9401175" y="3924300"/>
            <a:ext cx="0" cy="266700"/>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38" name="">
            <a:extLst xmlns:a="http://schemas.openxmlformats.org/drawingml/2006/main">
              <a:ext uri="{FF2B5EF4-FFF2-40B4-BE49-F238E27FC236}">
                <a16:creationId xmlns:a16="http://schemas.microsoft.com/office/drawing/2014/main" id="{A57D1C16-998B-4139-AE1D-1759C4BB1AB3}"/>
              </a:ext>
            </a:extLst>
          </p:cNvPr>
          <p:cNvSpPr>
            <a:spLocks xmlns:a="http://schemas.openxmlformats.org/drawingml/2006/main" noGrp="1"/>
          </p:cNvSpPr>
          <p:nvPr/>
        </p:nvSpPr>
        <p:spPr>
          <a:xfrm xmlns:a="http://schemas.openxmlformats.org/drawingml/2006/main">
            <a:off x="228600" y="4191000"/>
            <a:ext cx="15811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39" name="04">
            <a:extLst xmlns:a="http://schemas.openxmlformats.org/drawingml/2006/main">
              <a:ext uri="{FF2B5EF4-FFF2-40B4-BE49-F238E27FC236}">
                <a16:creationId xmlns:a16="http://schemas.microsoft.com/office/drawing/2014/main" id="{91FDB597-0E8F-4CD9-8D4F-C82C63A5488D}"/>
              </a:ext>
            </a:extLst>
          </p:cNvPr>
          <p:cNvSpPr>
            <a:spLocks xmlns:a="http://schemas.openxmlformats.org/drawingml/2006/main" noGrp="1"/>
          </p:cNvSpPr>
          <p:nvPr/>
        </p:nvSpPr>
        <p:spPr>
          <a:xfrm xmlns:a="http://schemas.openxmlformats.org/drawingml/2006/main">
            <a:off x="323850" y="42672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04</a:t>
            </a:r>
          </a:p>
        </p:txBody>
      </p:sp>
      <p:sp>
        <p:nvSpPr>
          <p:cNvPr id="40" name="APPLICATION SERVICES">
            <a:extLst xmlns:a="http://schemas.openxmlformats.org/drawingml/2006/main">
              <a:ext uri="{FF2B5EF4-FFF2-40B4-BE49-F238E27FC236}">
                <a16:creationId xmlns:a16="http://schemas.microsoft.com/office/drawing/2014/main" id="{9958405D-0D7C-4DEE-9BB5-2049F935F720}"/>
              </a:ext>
            </a:extLst>
          </p:cNvPr>
          <p:cNvSpPr>
            <a:spLocks xmlns:a="http://schemas.openxmlformats.org/drawingml/2006/main" noGrp="1"/>
          </p:cNvSpPr>
          <p:nvPr/>
        </p:nvSpPr>
        <p:spPr>
          <a:xfrm xmlns:a="http://schemas.openxmlformats.org/drawingml/2006/main">
            <a:off x="304800" y="45529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APPLICATION</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SERVICES</a:t>
            </a:r>
          </a:p>
        </p:txBody>
      </p:sp>
      <p:sp>
        <p:nvSpPr>
          <p:cNvPr id="41" name="">
            <a:extLst xmlns:a="http://schemas.openxmlformats.org/drawingml/2006/main">
              <a:ext uri="{FF2B5EF4-FFF2-40B4-BE49-F238E27FC236}">
                <a16:creationId xmlns:a16="http://schemas.microsoft.com/office/drawing/2014/main" id="{AFBC895F-D3A4-40CA-9D5C-E39CC1BF7551}"/>
              </a:ext>
            </a:extLst>
          </p:cNvPr>
          <p:cNvSpPr>
            <a:spLocks xmlns:a="http://schemas.openxmlformats.org/drawingml/2006/main" noGrp="1"/>
          </p:cNvSpPr>
          <p:nvPr/>
        </p:nvSpPr>
        <p:spPr>
          <a:xfrm xmlns:a="http://schemas.openxmlformats.org/drawingml/2006/main">
            <a:off x="2038350" y="4191000"/>
            <a:ext cx="147256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42" name="">
            <a:extLst xmlns:a="http://schemas.openxmlformats.org/drawingml/2006/main">
              <a:ext uri="{FF2B5EF4-FFF2-40B4-BE49-F238E27FC236}">
                <a16:creationId xmlns:a16="http://schemas.microsoft.com/office/drawing/2014/main" id="{11523326-ADD1-47B8-A692-FF9BE2ECB7B8}"/>
              </a:ext>
            </a:extLst>
          </p:cNvPr>
          <p:cNvSpPr>
            <a:spLocks xmlns:a="http://schemas.openxmlformats.org/drawingml/2006/main" noGrp="1"/>
          </p:cNvSpPr>
          <p:nvPr/>
        </p:nvSpPr>
        <p:spPr>
          <a:xfrm xmlns:a="http://schemas.openxmlformats.org/drawingml/2006/main">
            <a:off x="2038350" y="419100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43" name="">
            <a:extLst xmlns:a="http://schemas.openxmlformats.org/drawingml/2006/main">
              <a:ext uri="{FF2B5EF4-FFF2-40B4-BE49-F238E27FC236}">
                <a16:creationId xmlns:a16="http://schemas.microsoft.com/office/drawing/2014/main" id="{EAA1E949-9DA2-4710-ABB2-076EF962F097}"/>
              </a:ext>
            </a:extLst>
          </p:cNvPr>
          <p:cNvPicPr>
            <a:picLocks xmlns:a="http://schemas.openxmlformats.org/drawingml/2006/main" noChangeAspect="1"/>
          </p:cNvPicPr>
          <p:nvPr/>
        </p:nvPicPr>
        <p:blipFill>
          <a:blip xmlns:r="http://schemas.openxmlformats.org/officeDocument/2006/relationships" xmlns:a="http://schemas.openxmlformats.org/drawingml/2006/main" r:embed="R8a3f181eb4d04150"/>
          <a:stretch xmlns:a="http://schemas.openxmlformats.org/drawingml/2006/main"/>
        </p:blipFill>
        <p:spPr>
          <a:xfrm xmlns:a="http://schemas.openxmlformats.org/drawingml/2006/main">
            <a:off x="2152650" y="4410075"/>
            <a:ext cx="285750" cy="285750"/>
          </a:xfrm>
          <a:prstGeom xmlns:a="http://schemas.openxmlformats.org/drawingml/2006/main" prst="rect">
            <a:avLst/>
          </a:prstGeom>
        </p:spPr>
      </p:pic>
      <p:sp>
        <p:nvSpPr>
          <p:cNvPr id="44" name="Account management">
            <a:extLst xmlns:a="http://schemas.openxmlformats.org/drawingml/2006/main">
              <a:ext uri="{FF2B5EF4-FFF2-40B4-BE49-F238E27FC236}">
                <a16:creationId xmlns:a16="http://schemas.microsoft.com/office/drawing/2014/main" id="{2629163A-0401-4228-9CEE-0CFE650C6FA4}"/>
              </a:ext>
            </a:extLst>
          </p:cNvPr>
          <p:cNvSpPr>
            <a:spLocks xmlns:a="http://schemas.openxmlformats.org/drawingml/2006/main" noGrp="1"/>
          </p:cNvSpPr>
          <p:nvPr/>
        </p:nvSpPr>
        <p:spPr>
          <a:xfrm xmlns:a="http://schemas.openxmlformats.org/drawingml/2006/main">
            <a:off x="2514600" y="425767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Account management</a:t>
            </a:r>
          </a:p>
        </p:txBody>
      </p:sp>
      <p:sp>
        <p:nvSpPr>
          <p:cNvPr id="45" name="">
            <a:extLst xmlns:a="http://schemas.openxmlformats.org/drawingml/2006/main">
              <a:ext uri="{FF2B5EF4-FFF2-40B4-BE49-F238E27FC236}">
                <a16:creationId xmlns:a16="http://schemas.microsoft.com/office/drawing/2014/main" id="{FC9B4564-6BDB-4772-8ADD-18B47B8BAF23}"/>
              </a:ext>
            </a:extLst>
          </p:cNvPr>
          <p:cNvSpPr>
            <a:spLocks xmlns:a="http://schemas.openxmlformats.org/drawingml/2006/main" noGrp="1"/>
          </p:cNvSpPr>
          <p:nvPr/>
        </p:nvSpPr>
        <p:spPr>
          <a:xfrm xmlns:a="http://schemas.openxmlformats.org/drawingml/2006/main">
            <a:off x="6978650" y="419100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46" name="">
            <a:extLst xmlns:a="http://schemas.openxmlformats.org/drawingml/2006/main">
              <a:ext uri="{FF2B5EF4-FFF2-40B4-BE49-F238E27FC236}">
                <a16:creationId xmlns:a16="http://schemas.microsoft.com/office/drawing/2014/main" id="{D669B387-22F2-4D62-BD09-DEA3697F2F1F}"/>
              </a:ext>
            </a:extLst>
          </p:cNvPr>
          <p:cNvPicPr>
            <a:picLocks xmlns:a="http://schemas.openxmlformats.org/drawingml/2006/main" noChangeAspect="1"/>
          </p:cNvPicPr>
          <p:nvPr/>
        </p:nvPicPr>
        <p:blipFill>
          <a:blip xmlns:r="http://schemas.openxmlformats.org/officeDocument/2006/relationships" xmlns:a="http://schemas.openxmlformats.org/drawingml/2006/main" r:embed="Rc9c28d5be7a6449c"/>
          <a:stretch xmlns:a="http://schemas.openxmlformats.org/drawingml/2006/main"/>
        </p:blipFill>
        <p:spPr>
          <a:xfrm xmlns:a="http://schemas.openxmlformats.org/drawingml/2006/main">
            <a:off x="7092950" y="4410075"/>
            <a:ext cx="285750" cy="285750"/>
          </a:xfrm>
          <a:prstGeom xmlns:a="http://schemas.openxmlformats.org/drawingml/2006/main" prst="rect">
            <a:avLst/>
          </a:prstGeom>
        </p:spPr>
      </p:pic>
      <p:sp>
        <p:nvSpPr>
          <p:cNvPr id="47" name="Scan management">
            <a:extLst xmlns:a="http://schemas.openxmlformats.org/drawingml/2006/main">
              <a:ext uri="{FF2B5EF4-FFF2-40B4-BE49-F238E27FC236}">
                <a16:creationId xmlns:a16="http://schemas.microsoft.com/office/drawing/2014/main" id="{946DE512-DF54-459E-9A9D-6AF0BDC7C5BA}"/>
              </a:ext>
            </a:extLst>
          </p:cNvPr>
          <p:cNvSpPr>
            <a:spLocks xmlns:a="http://schemas.openxmlformats.org/drawingml/2006/main" noGrp="1"/>
          </p:cNvSpPr>
          <p:nvPr/>
        </p:nvSpPr>
        <p:spPr>
          <a:xfrm xmlns:a="http://schemas.openxmlformats.org/drawingml/2006/main">
            <a:off x="7454900" y="425767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Scan management</a:t>
            </a:r>
          </a:p>
        </p:txBody>
      </p:sp>
      <p:sp>
        <p:nvSpPr>
          <p:cNvPr id="48" name="">
            <a:extLst xmlns:a="http://schemas.openxmlformats.org/drawingml/2006/main">
              <a:ext uri="{FF2B5EF4-FFF2-40B4-BE49-F238E27FC236}">
                <a16:creationId xmlns:a16="http://schemas.microsoft.com/office/drawing/2014/main" id="{1C555CD8-99EF-4380-A97A-DB74A167FD6F}"/>
              </a:ext>
            </a:extLst>
          </p:cNvPr>
          <p:cNvSpPr>
            <a:spLocks xmlns:a="http://schemas.openxmlformats.org/drawingml/2006/main" noGrp="1"/>
          </p:cNvSpPr>
          <p:nvPr/>
        </p:nvSpPr>
        <p:spPr>
          <a:xfrm xmlns:a="http://schemas.openxmlformats.org/drawingml/2006/main">
            <a:off x="11918950" y="419100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49" name="">
            <a:extLst xmlns:a="http://schemas.openxmlformats.org/drawingml/2006/main">
              <a:ext uri="{FF2B5EF4-FFF2-40B4-BE49-F238E27FC236}">
                <a16:creationId xmlns:a16="http://schemas.microsoft.com/office/drawing/2014/main" id="{FFFC4D62-B7E2-4528-B071-F74E32A5E4F0}"/>
              </a:ext>
            </a:extLst>
          </p:cNvPr>
          <p:cNvPicPr>
            <a:picLocks xmlns:a="http://schemas.openxmlformats.org/drawingml/2006/main" noChangeAspect="1"/>
          </p:cNvPicPr>
          <p:nvPr/>
        </p:nvPicPr>
        <p:blipFill>
          <a:blip xmlns:r="http://schemas.openxmlformats.org/officeDocument/2006/relationships" xmlns:a="http://schemas.openxmlformats.org/drawingml/2006/main" r:embed="Rb8678a43519e4a00"/>
          <a:stretch xmlns:a="http://schemas.openxmlformats.org/drawingml/2006/main"/>
        </p:blipFill>
        <p:spPr>
          <a:xfrm xmlns:a="http://schemas.openxmlformats.org/drawingml/2006/main">
            <a:off x="12033250" y="4410075"/>
            <a:ext cx="285750" cy="285750"/>
          </a:xfrm>
          <a:prstGeom xmlns:a="http://schemas.openxmlformats.org/drawingml/2006/main" prst="rect">
            <a:avLst/>
          </a:prstGeom>
        </p:spPr>
      </p:pic>
      <p:sp>
        <p:nvSpPr>
          <p:cNvPr id="50" name="Detection coordination">
            <a:extLst xmlns:a="http://schemas.openxmlformats.org/drawingml/2006/main">
              <a:ext uri="{FF2B5EF4-FFF2-40B4-BE49-F238E27FC236}">
                <a16:creationId xmlns:a16="http://schemas.microsoft.com/office/drawing/2014/main" id="{A2B2DCEF-0B98-4BCA-966F-3B7AD6447AA4}"/>
              </a:ext>
            </a:extLst>
          </p:cNvPr>
          <p:cNvSpPr>
            <a:spLocks xmlns:a="http://schemas.openxmlformats.org/drawingml/2006/main" noGrp="1"/>
          </p:cNvSpPr>
          <p:nvPr/>
        </p:nvSpPr>
        <p:spPr>
          <a:xfrm xmlns:a="http://schemas.openxmlformats.org/drawingml/2006/main">
            <a:off x="12395200" y="425767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Detection coordination</a:t>
            </a:r>
          </a:p>
        </p:txBody>
      </p:sp>
      <p:cxnSp>
        <p:nvCxnSpPr>
          <p:cNvPr id="51" name="">
            <a:extLst xmlns:a="http://schemas.openxmlformats.org/drawingml/2006/main">
              <a:ext uri="{FF2B5EF4-FFF2-40B4-BE49-F238E27FC236}">
                <a16:creationId xmlns:a16="http://schemas.microsoft.com/office/drawing/2014/main" id="{552B4C91-B407-44A2-8E29-A3496A1221D1}"/>
              </a:ext>
            </a:extLst>
          </p:cNvPr>
          <p:cNvCxnSpPr/>
          <p:nvPr/>
        </p:nvCxnSpPr>
        <p:spPr>
          <a:xfrm xmlns:a="http://schemas.openxmlformats.org/drawingml/2006/main">
            <a:off x="9401175" y="4914900"/>
            <a:ext cx="0" cy="142875"/>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52" name="">
            <a:extLst xmlns:a="http://schemas.openxmlformats.org/drawingml/2006/main">
              <a:ext uri="{FF2B5EF4-FFF2-40B4-BE49-F238E27FC236}">
                <a16:creationId xmlns:a16="http://schemas.microsoft.com/office/drawing/2014/main" id="{CA65F1B2-6007-4E9C-A055-59C759F8B6C8}"/>
              </a:ext>
            </a:extLst>
          </p:cNvPr>
          <p:cNvCxnSpPr/>
          <p:nvPr/>
        </p:nvCxnSpPr>
        <p:spPr>
          <a:xfrm xmlns:a="http://schemas.openxmlformats.org/drawingml/2006/main">
            <a:off x="5715000" y="5057775"/>
            <a:ext cx="3686175"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53" name="">
            <a:extLst xmlns:a="http://schemas.openxmlformats.org/drawingml/2006/main">
              <a:ext uri="{FF2B5EF4-FFF2-40B4-BE49-F238E27FC236}">
                <a16:creationId xmlns:a16="http://schemas.microsoft.com/office/drawing/2014/main" id="{7D4C6DE4-D1F4-4748-8950-BF45DD87DE9F}"/>
              </a:ext>
            </a:extLst>
          </p:cNvPr>
          <p:cNvCxnSpPr/>
          <p:nvPr/>
        </p:nvCxnSpPr>
        <p:spPr>
          <a:xfrm xmlns:a="http://schemas.openxmlformats.org/drawingml/2006/main">
            <a:off x="5715000" y="5057775"/>
            <a:ext cx="0" cy="16192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54" name="">
            <a:extLst xmlns:a="http://schemas.openxmlformats.org/drawingml/2006/main">
              <a:ext uri="{FF2B5EF4-FFF2-40B4-BE49-F238E27FC236}">
                <a16:creationId xmlns:a16="http://schemas.microsoft.com/office/drawing/2014/main" id="{DFE0055E-DAFF-4765-9BF1-9FCE19ED0876}"/>
              </a:ext>
            </a:extLst>
          </p:cNvPr>
          <p:cNvCxnSpPr/>
          <p:nvPr/>
        </p:nvCxnSpPr>
        <p:spPr>
          <a:xfrm xmlns:a="http://schemas.openxmlformats.org/drawingml/2006/main">
            <a:off x="9401175" y="5057775"/>
            <a:ext cx="3743325"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55" name="">
            <a:extLst xmlns:a="http://schemas.openxmlformats.org/drawingml/2006/main">
              <a:ext uri="{FF2B5EF4-FFF2-40B4-BE49-F238E27FC236}">
                <a16:creationId xmlns:a16="http://schemas.microsoft.com/office/drawing/2014/main" id="{D715C2D6-CFAC-44A0-BE19-CBA9F2348496}"/>
              </a:ext>
            </a:extLst>
          </p:cNvPr>
          <p:cNvCxnSpPr/>
          <p:nvPr/>
        </p:nvCxnSpPr>
        <p:spPr>
          <a:xfrm xmlns:a="http://schemas.openxmlformats.org/drawingml/2006/main">
            <a:off x="13144500" y="5057775"/>
            <a:ext cx="0" cy="16192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56" name="">
            <a:extLst xmlns:a="http://schemas.openxmlformats.org/drawingml/2006/main">
              <a:ext uri="{FF2B5EF4-FFF2-40B4-BE49-F238E27FC236}">
                <a16:creationId xmlns:a16="http://schemas.microsoft.com/office/drawing/2014/main" id="{84E1D347-60ED-44E2-BC77-6CF2B9D2A96C}"/>
              </a:ext>
            </a:extLst>
          </p:cNvPr>
          <p:cNvSpPr>
            <a:spLocks xmlns:a="http://schemas.openxmlformats.org/drawingml/2006/main" noGrp="1"/>
          </p:cNvSpPr>
          <p:nvPr/>
        </p:nvSpPr>
        <p:spPr>
          <a:xfrm xmlns:a="http://schemas.openxmlformats.org/drawingml/2006/main">
            <a:off x="228600" y="5219700"/>
            <a:ext cx="1581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57" name="05">
            <a:extLst xmlns:a="http://schemas.openxmlformats.org/drawingml/2006/main">
              <a:ext uri="{FF2B5EF4-FFF2-40B4-BE49-F238E27FC236}">
                <a16:creationId xmlns:a16="http://schemas.microsoft.com/office/drawing/2014/main" id="{9A0B5339-09CD-4796-9831-8C566236429C}"/>
              </a:ext>
            </a:extLst>
          </p:cNvPr>
          <p:cNvSpPr>
            <a:spLocks xmlns:a="http://schemas.openxmlformats.org/drawingml/2006/main" noGrp="1"/>
          </p:cNvSpPr>
          <p:nvPr/>
        </p:nvSpPr>
        <p:spPr>
          <a:xfrm xmlns:a="http://schemas.openxmlformats.org/drawingml/2006/main">
            <a:off x="323850" y="52959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05</a:t>
            </a:r>
          </a:p>
        </p:txBody>
      </p:sp>
      <p:sp>
        <p:nvSpPr>
          <p:cNvPr id="58" name="REQUEST EXECUTION">
            <a:extLst xmlns:a="http://schemas.openxmlformats.org/drawingml/2006/main">
              <a:ext uri="{FF2B5EF4-FFF2-40B4-BE49-F238E27FC236}">
                <a16:creationId xmlns:a16="http://schemas.microsoft.com/office/drawing/2014/main" id="{B1BA5F2A-0853-46DF-9269-5765809BC64D}"/>
              </a:ext>
            </a:extLst>
          </p:cNvPr>
          <p:cNvSpPr>
            <a:spLocks xmlns:a="http://schemas.openxmlformats.org/drawingml/2006/main" noGrp="1"/>
          </p:cNvSpPr>
          <p:nvPr/>
        </p:nvSpPr>
        <p:spPr>
          <a:xfrm xmlns:a="http://schemas.openxmlformats.org/drawingml/2006/main">
            <a:off x="304800" y="558165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REQUEST</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EXECUTION</a:t>
            </a:r>
          </a:p>
        </p:txBody>
      </p:sp>
      <p:sp>
        <p:nvSpPr>
          <p:cNvPr id="59" name="">
            <a:extLst xmlns:a="http://schemas.openxmlformats.org/drawingml/2006/main">
              <a:ext uri="{FF2B5EF4-FFF2-40B4-BE49-F238E27FC236}">
                <a16:creationId xmlns:a16="http://schemas.microsoft.com/office/drawing/2014/main" id="{CEC4050F-BDB2-4E9E-AB52-1FC25390FC9E}"/>
              </a:ext>
            </a:extLst>
          </p:cNvPr>
          <p:cNvSpPr>
            <a:spLocks xmlns:a="http://schemas.openxmlformats.org/drawingml/2006/main" noGrp="1"/>
          </p:cNvSpPr>
          <p:nvPr/>
        </p:nvSpPr>
        <p:spPr>
          <a:xfrm xmlns:a="http://schemas.openxmlformats.org/drawingml/2006/main">
            <a:off x="2038350" y="5219700"/>
            <a:ext cx="72675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60" name="">
            <a:extLst xmlns:a="http://schemas.openxmlformats.org/drawingml/2006/main">
              <a:ext uri="{FF2B5EF4-FFF2-40B4-BE49-F238E27FC236}">
                <a16:creationId xmlns:a16="http://schemas.microsoft.com/office/drawing/2014/main" id="{29006385-6729-45A1-8B2D-03BECCE04920}"/>
              </a:ext>
            </a:extLst>
          </p:cNvPr>
          <p:cNvPicPr>
            <a:picLocks xmlns:a="http://schemas.openxmlformats.org/drawingml/2006/main" noChangeAspect="1"/>
          </p:cNvPicPr>
          <p:nvPr/>
        </p:nvPicPr>
        <p:blipFill>
          <a:blip xmlns:r="http://schemas.openxmlformats.org/officeDocument/2006/relationships" xmlns:a="http://schemas.openxmlformats.org/drawingml/2006/main" r:embed="R05e31c4e2e8647e6"/>
          <a:stretch xmlns:a="http://schemas.openxmlformats.org/drawingml/2006/main"/>
        </p:blipFill>
        <p:spPr>
          <a:xfrm xmlns:a="http://schemas.openxmlformats.org/drawingml/2006/main">
            <a:off x="2152650" y="5467350"/>
            <a:ext cx="285750" cy="285750"/>
          </a:xfrm>
          <a:prstGeom xmlns:a="http://schemas.openxmlformats.org/drawingml/2006/main" prst="rect">
            <a:avLst/>
          </a:prstGeom>
        </p:spPr>
      </p:pic>
      <p:sp>
        <p:nvSpPr>
          <p:cNvPr id="61" name="REST service calls Interactive model inference">
            <a:extLst xmlns:a="http://schemas.openxmlformats.org/drawingml/2006/main">
              <a:ext uri="{FF2B5EF4-FFF2-40B4-BE49-F238E27FC236}">
                <a16:creationId xmlns:a16="http://schemas.microsoft.com/office/drawing/2014/main" id="{B3FB66F1-623F-4D7C-B768-A561948CEE95}"/>
              </a:ext>
            </a:extLst>
          </p:cNvPr>
          <p:cNvSpPr>
            <a:spLocks xmlns:a="http://schemas.openxmlformats.org/drawingml/2006/main" noGrp="1"/>
          </p:cNvSpPr>
          <p:nvPr/>
        </p:nvSpPr>
        <p:spPr>
          <a:xfrm xmlns:a="http://schemas.openxmlformats.org/drawingml/2006/main">
            <a:off x="2514600" y="5286375"/>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000000"/>
                </a:solidFill>
                <a:latin typeface="Arial"/>
                <a:ea typeface="Arial"/>
                <a:cs typeface="Arial"/>
              </a:defRPr>
            </a:defPPr>
            <a:lvl1pPr algn="ctr">
              <a:defRPr sz="1875" b="0">
                <a:solidFill>
                  <a:srgbClr val="000000"/>
                </a:solidFill>
                <a:latin typeface="Arial"/>
                <a:ea typeface="Arial"/>
                <a:cs typeface="Arial"/>
              </a:defRPr>
            </a:lvl1pPr>
            <a:lvl2pPr algn="ctr">
              <a:defRPr sz="1875" b="0">
                <a:solidFill>
                  <a:srgbClr val="000000"/>
                </a:solidFill>
                <a:latin typeface="Arial"/>
                <a:ea typeface="Arial"/>
                <a:cs typeface="Arial"/>
              </a:defRPr>
            </a:lvl2pPr>
            <a:lvl3pPr algn="ctr">
              <a:defRPr sz="1875" b="0">
                <a:solidFill>
                  <a:srgbClr val="000000"/>
                </a:solidFill>
                <a:latin typeface="Arial"/>
                <a:ea typeface="Arial"/>
                <a:cs typeface="Arial"/>
              </a:defRPr>
            </a:lvl3pPr>
            <a:lvl4pPr algn="ctr">
              <a:defRPr sz="1875" b="0">
                <a:solidFill>
                  <a:srgbClr val="000000"/>
                </a:solidFill>
                <a:latin typeface="Arial"/>
                <a:ea typeface="Arial"/>
                <a:cs typeface="Arial"/>
              </a:defRPr>
            </a:lvl4pPr>
            <a:lvl5pPr algn="ctr">
              <a:defRPr sz="1875" b="0">
                <a:solidFill>
                  <a:srgbClr val="000000"/>
                </a:solidFill>
                <a:latin typeface="Arial"/>
                <a:ea typeface="Arial"/>
                <a:cs typeface="Arial"/>
              </a:defRPr>
            </a:lvl5pPr>
            <a:lvl6pPr algn="ctr">
              <a:defRPr sz="1875" b="0">
                <a:solidFill>
                  <a:srgbClr val="000000"/>
                </a:solidFill>
                <a:latin typeface="Arial"/>
                <a:ea typeface="Arial"/>
                <a:cs typeface="Arial"/>
              </a:defRPr>
            </a:lvl6pPr>
            <a:lvl7pPr algn="ctr">
              <a:defRPr sz="1875" b="0">
                <a:solidFill>
                  <a:srgbClr val="000000"/>
                </a:solidFill>
                <a:latin typeface="Arial"/>
                <a:ea typeface="Arial"/>
                <a:cs typeface="Arial"/>
              </a:defRPr>
            </a:lvl7pPr>
            <a:lvl8pPr algn="ctr">
              <a:defRPr sz="1875" b="0">
                <a:solidFill>
                  <a:srgbClr val="000000"/>
                </a:solidFill>
                <a:latin typeface="Arial"/>
                <a:ea typeface="Arial"/>
                <a:cs typeface="Arial"/>
              </a:defRPr>
            </a:lvl8pPr>
            <a:lvl9pPr algn="ctr">
              <a:defRPr sz="1875" b="0">
                <a:solidFill>
                  <a:srgbClr val="000000"/>
                </a:solidFill>
                <a:latin typeface="Arial"/>
                <a:ea typeface="Arial"/>
                <a:cs typeface="Arial"/>
              </a:defRPr>
            </a:lvl9pPr>
          </a:lstStyle>
          <a:p xmlns:a="http://schemas.openxmlformats.org/drawingml/2006/main">
            <a:pPr algn="ctr">
              <a:lnSpc>
                <a:spcPct val="103000"/>
              </a:lnSpc>
              <a:buNone/>
              <a:defRPr sz="1875" b="0">
                <a:solidFill>
                  <a:srgbClr val="000000"/>
                </a:solidFill>
                <a:latin typeface="Arial"/>
                <a:ea typeface="Arial"/>
                <a:cs typeface="Arial"/>
              </a:defRPr>
            </a:pPr>
            <a:r>
              <a:rPr sz="1875" b="0">
                <a:solidFill>
                  <a:srgbClr val="000000"/>
                </a:solidFill>
                <a:latin typeface="Arial"/>
                <a:ea typeface="Arial"/>
                <a:cs typeface="Arial"/>
              </a:rPr>
              <a:t>REST service calls</a:t>
            </a:r>
          </a:p>
          <a:p xmlns:a="http://schemas.openxmlformats.org/drawingml/2006/main">
            <a:pPr algn="ctr">
              <a:lnSpc>
                <a:spcPct val="103000"/>
              </a:lnSpc>
              <a:buNone/>
              <a:defRPr sz="1875" b="0">
                <a:solidFill>
                  <a:srgbClr val="000000"/>
                </a:solidFill>
                <a:latin typeface="Arial"/>
                <a:ea typeface="Arial"/>
                <a:cs typeface="Arial"/>
              </a:defRPr>
            </a:pPr>
            <a:r>
              <a:rPr sz="1875" b="0">
                <a:solidFill>
                  <a:srgbClr val="000000"/>
                </a:solidFill>
                <a:latin typeface="Arial"/>
                <a:ea typeface="Arial"/>
                <a:cs typeface="Arial"/>
              </a:rPr>
              <a:t>Interactive model inference</a:t>
            </a:r>
          </a:p>
        </p:txBody>
      </p:sp>
      <p:sp>
        <p:nvSpPr>
          <p:cNvPr id="62" name="">
            <a:extLst xmlns:a="http://schemas.openxmlformats.org/drawingml/2006/main">
              <a:ext uri="{FF2B5EF4-FFF2-40B4-BE49-F238E27FC236}">
                <a16:creationId xmlns:a16="http://schemas.microsoft.com/office/drawing/2014/main" id="{68F5ACE2-97B3-4004-B12D-B28A8BDC18FB}"/>
              </a:ext>
            </a:extLst>
          </p:cNvPr>
          <p:cNvSpPr>
            <a:spLocks xmlns:a="http://schemas.openxmlformats.org/drawingml/2006/main" noGrp="1"/>
          </p:cNvSpPr>
          <p:nvPr/>
        </p:nvSpPr>
        <p:spPr>
          <a:xfrm xmlns:a="http://schemas.openxmlformats.org/drawingml/2006/main">
            <a:off x="9496425" y="5219700"/>
            <a:ext cx="72675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63" name="">
            <a:extLst xmlns:a="http://schemas.openxmlformats.org/drawingml/2006/main">
              <a:ext uri="{FF2B5EF4-FFF2-40B4-BE49-F238E27FC236}">
                <a16:creationId xmlns:a16="http://schemas.microsoft.com/office/drawing/2014/main" id="{5F1B6B85-3966-479A-829D-21CFCF23E972}"/>
              </a:ext>
            </a:extLst>
          </p:cNvPr>
          <p:cNvPicPr>
            <a:picLocks xmlns:a="http://schemas.openxmlformats.org/drawingml/2006/main" noChangeAspect="1"/>
          </p:cNvPicPr>
          <p:nvPr/>
        </p:nvPicPr>
        <p:blipFill>
          <a:blip xmlns:r="http://schemas.openxmlformats.org/officeDocument/2006/relationships" xmlns:a="http://schemas.openxmlformats.org/drawingml/2006/main" r:embed="Rd19af5b3e5854bf6"/>
          <a:stretch xmlns:a="http://schemas.openxmlformats.org/drawingml/2006/main"/>
        </p:blipFill>
        <p:spPr>
          <a:xfrm xmlns:a="http://schemas.openxmlformats.org/drawingml/2006/main">
            <a:off x="9610725" y="5467350"/>
            <a:ext cx="285750" cy="285750"/>
          </a:xfrm>
          <a:prstGeom xmlns:a="http://schemas.openxmlformats.org/drawingml/2006/main" prst="rect">
            <a:avLst/>
          </a:prstGeom>
        </p:spPr>
      </p:pic>
      <p:sp>
        <p:nvSpPr>
          <p:cNvPr id="64" name="Kafka jobs and completion events Asynchronous phishing scan workflow">
            <a:extLst xmlns:a="http://schemas.openxmlformats.org/drawingml/2006/main">
              <a:ext uri="{FF2B5EF4-FFF2-40B4-BE49-F238E27FC236}">
                <a16:creationId xmlns:a16="http://schemas.microsoft.com/office/drawing/2014/main" id="{A68A72C7-99D2-423F-B38F-AEA653DB588A}"/>
              </a:ext>
            </a:extLst>
          </p:cNvPr>
          <p:cNvSpPr>
            <a:spLocks xmlns:a="http://schemas.openxmlformats.org/drawingml/2006/main" noGrp="1"/>
          </p:cNvSpPr>
          <p:nvPr/>
        </p:nvSpPr>
        <p:spPr>
          <a:xfrm xmlns:a="http://schemas.openxmlformats.org/drawingml/2006/main">
            <a:off x="9972675" y="5286375"/>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Kafka jobs and completion events</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Asynchronous phishing scan workflow</a:t>
            </a:r>
          </a:p>
        </p:txBody>
      </p:sp>
      <p:cxnSp>
        <p:nvCxnSpPr>
          <p:cNvPr id="65" name="">
            <a:extLst xmlns:a="http://schemas.openxmlformats.org/drawingml/2006/main">
              <a:ext uri="{FF2B5EF4-FFF2-40B4-BE49-F238E27FC236}">
                <a16:creationId xmlns:a16="http://schemas.microsoft.com/office/drawing/2014/main" id="{C8768896-0119-4E41-B40A-149C8135E1F8}"/>
              </a:ext>
            </a:extLst>
          </p:cNvPr>
          <p:cNvCxnSpPr/>
          <p:nvPr/>
        </p:nvCxnSpPr>
        <p:spPr>
          <a:xfrm xmlns:a="http://schemas.openxmlformats.org/drawingml/2006/main">
            <a:off x="5715000" y="6000750"/>
            <a:ext cx="0" cy="238125"/>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66" name="">
            <a:extLst xmlns:a="http://schemas.openxmlformats.org/drawingml/2006/main">
              <a:ext uri="{FF2B5EF4-FFF2-40B4-BE49-F238E27FC236}">
                <a16:creationId xmlns:a16="http://schemas.microsoft.com/office/drawing/2014/main" id="{385F532C-6C1C-4087-918A-54EB1ADB212C}"/>
              </a:ext>
            </a:extLst>
          </p:cNvPr>
          <p:cNvCxnSpPr/>
          <p:nvPr/>
        </p:nvCxnSpPr>
        <p:spPr>
          <a:xfrm xmlns:a="http://schemas.openxmlformats.org/drawingml/2006/main">
            <a:off x="5715000" y="6238875"/>
            <a:ext cx="3686175"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67" name="">
            <a:extLst xmlns:a="http://schemas.openxmlformats.org/drawingml/2006/main">
              <a:ext uri="{FF2B5EF4-FFF2-40B4-BE49-F238E27FC236}">
                <a16:creationId xmlns:a16="http://schemas.microsoft.com/office/drawing/2014/main" id="{855DAF64-CCF6-4995-B3C1-7A677F0483CB}"/>
              </a:ext>
            </a:extLst>
          </p:cNvPr>
          <p:cNvCxnSpPr/>
          <p:nvPr/>
        </p:nvCxnSpPr>
        <p:spPr>
          <a:xfrm xmlns:a="http://schemas.openxmlformats.org/drawingml/2006/main">
            <a:off x="13144500" y="6000750"/>
            <a:ext cx="0" cy="238125"/>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68" name="">
            <a:extLst xmlns:a="http://schemas.openxmlformats.org/drawingml/2006/main">
              <a:ext uri="{FF2B5EF4-FFF2-40B4-BE49-F238E27FC236}">
                <a16:creationId xmlns:a16="http://schemas.microsoft.com/office/drawing/2014/main" id="{02A46F9C-5863-4FAB-801E-61919B01DBEF}"/>
              </a:ext>
            </a:extLst>
          </p:cNvPr>
          <p:cNvCxnSpPr/>
          <p:nvPr/>
        </p:nvCxnSpPr>
        <p:spPr>
          <a:xfrm xmlns:a="http://schemas.openxmlformats.org/drawingml/2006/main">
            <a:off x="9401175" y="6238875"/>
            <a:ext cx="3743325"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69" name="">
            <a:extLst xmlns:a="http://schemas.openxmlformats.org/drawingml/2006/main">
              <a:ext uri="{FF2B5EF4-FFF2-40B4-BE49-F238E27FC236}">
                <a16:creationId xmlns:a16="http://schemas.microsoft.com/office/drawing/2014/main" id="{40E46A2E-B1CF-4A03-BC38-AC7030F0BBB6}"/>
              </a:ext>
            </a:extLst>
          </p:cNvPr>
          <p:cNvCxnSpPr/>
          <p:nvPr/>
        </p:nvCxnSpPr>
        <p:spPr>
          <a:xfrm xmlns:a="http://schemas.openxmlformats.org/drawingml/2006/main">
            <a:off x="9401175" y="6238875"/>
            <a:ext cx="0" cy="285750"/>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70" name="">
            <a:extLst xmlns:a="http://schemas.openxmlformats.org/drawingml/2006/main">
              <a:ext uri="{FF2B5EF4-FFF2-40B4-BE49-F238E27FC236}">
                <a16:creationId xmlns:a16="http://schemas.microsoft.com/office/drawing/2014/main" id="{49714C8D-2D16-4B9F-8496-BD960FA5CD0D}"/>
              </a:ext>
            </a:extLst>
          </p:cNvPr>
          <p:cNvCxnSpPr/>
          <p:nvPr/>
        </p:nvCxnSpPr>
        <p:spPr>
          <a:xfrm xmlns:a="http://schemas.openxmlformats.org/drawingml/2006/main">
            <a:off x="3209925" y="6524625"/>
            <a:ext cx="1238250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71" name="">
            <a:extLst xmlns:a="http://schemas.openxmlformats.org/drawingml/2006/main">
              <a:ext uri="{FF2B5EF4-FFF2-40B4-BE49-F238E27FC236}">
                <a16:creationId xmlns:a16="http://schemas.microsoft.com/office/drawing/2014/main" id="{F8C142A5-3BED-4623-8C46-8A9C6A2C05A5}"/>
              </a:ext>
            </a:extLst>
          </p:cNvPr>
          <p:cNvCxnSpPr/>
          <p:nvPr/>
        </p:nvCxnSpPr>
        <p:spPr>
          <a:xfrm xmlns:a="http://schemas.openxmlformats.org/drawingml/2006/main">
            <a:off x="3209925" y="6524625"/>
            <a:ext cx="0" cy="29527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72" name="">
            <a:extLst xmlns:a="http://schemas.openxmlformats.org/drawingml/2006/main">
              <a:ext uri="{FF2B5EF4-FFF2-40B4-BE49-F238E27FC236}">
                <a16:creationId xmlns:a16="http://schemas.microsoft.com/office/drawing/2014/main" id="{3619D519-9CCB-47B7-917C-16C62CB95951}"/>
              </a:ext>
            </a:extLst>
          </p:cNvPr>
          <p:cNvCxnSpPr/>
          <p:nvPr/>
        </p:nvCxnSpPr>
        <p:spPr>
          <a:xfrm xmlns:a="http://schemas.openxmlformats.org/drawingml/2006/main">
            <a:off x="5686425" y="6524625"/>
            <a:ext cx="0" cy="29527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73" name="">
            <a:extLst xmlns:a="http://schemas.openxmlformats.org/drawingml/2006/main">
              <a:ext uri="{FF2B5EF4-FFF2-40B4-BE49-F238E27FC236}">
                <a16:creationId xmlns:a16="http://schemas.microsoft.com/office/drawing/2014/main" id="{D3D720CF-2061-4757-8514-0D1BCA645C35}"/>
              </a:ext>
            </a:extLst>
          </p:cNvPr>
          <p:cNvCxnSpPr/>
          <p:nvPr/>
        </p:nvCxnSpPr>
        <p:spPr>
          <a:xfrm xmlns:a="http://schemas.openxmlformats.org/drawingml/2006/main">
            <a:off x="8162925" y="6524625"/>
            <a:ext cx="0" cy="29527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74" name="">
            <a:extLst xmlns:a="http://schemas.openxmlformats.org/drawingml/2006/main">
              <a:ext uri="{FF2B5EF4-FFF2-40B4-BE49-F238E27FC236}">
                <a16:creationId xmlns:a16="http://schemas.microsoft.com/office/drawing/2014/main" id="{41DD734A-08C8-4E2B-AC1E-FB577986F517}"/>
              </a:ext>
            </a:extLst>
          </p:cNvPr>
          <p:cNvCxnSpPr/>
          <p:nvPr/>
        </p:nvCxnSpPr>
        <p:spPr>
          <a:xfrm xmlns:a="http://schemas.openxmlformats.org/drawingml/2006/main">
            <a:off x="10639425" y="6524625"/>
            <a:ext cx="0" cy="29527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75" name="">
            <a:extLst xmlns:a="http://schemas.openxmlformats.org/drawingml/2006/main">
              <a:ext uri="{FF2B5EF4-FFF2-40B4-BE49-F238E27FC236}">
                <a16:creationId xmlns:a16="http://schemas.microsoft.com/office/drawing/2014/main" id="{F9D49E4A-6977-4F65-9B7D-D1CE983A8636}"/>
              </a:ext>
            </a:extLst>
          </p:cNvPr>
          <p:cNvCxnSpPr/>
          <p:nvPr/>
        </p:nvCxnSpPr>
        <p:spPr>
          <a:xfrm xmlns:a="http://schemas.openxmlformats.org/drawingml/2006/main">
            <a:off x="13115925" y="6524625"/>
            <a:ext cx="0" cy="29527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cxnSp>
        <p:nvCxnSpPr>
          <p:cNvPr id="76" name="">
            <a:extLst xmlns:a="http://schemas.openxmlformats.org/drawingml/2006/main">
              <a:ext uri="{FF2B5EF4-FFF2-40B4-BE49-F238E27FC236}">
                <a16:creationId xmlns:a16="http://schemas.microsoft.com/office/drawing/2014/main" id="{8A1DF67A-C3A6-4C81-8ADB-D7266EE0157E}"/>
              </a:ext>
            </a:extLst>
          </p:cNvPr>
          <p:cNvCxnSpPr/>
          <p:nvPr/>
        </p:nvCxnSpPr>
        <p:spPr>
          <a:xfrm xmlns:a="http://schemas.openxmlformats.org/drawingml/2006/main">
            <a:off x="15592425" y="6524625"/>
            <a:ext cx="0" cy="295275"/>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77" name="Input type selects the relevant engine or combination of engines">
            <a:extLst xmlns:a="http://schemas.openxmlformats.org/drawingml/2006/main">
              <a:ext uri="{FF2B5EF4-FFF2-40B4-BE49-F238E27FC236}">
                <a16:creationId xmlns:a16="http://schemas.microsoft.com/office/drawing/2014/main" id="{82C73FE6-A076-436D-BA55-238B0B4DED07}"/>
              </a:ext>
            </a:extLst>
          </p:cNvPr>
          <p:cNvSpPr>
            <a:spLocks xmlns:a="http://schemas.openxmlformats.org/drawingml/2006/main" noGrp="1"/>
          </p:cNvSpPr>
          <p:nvPr/>
        </p:nvSpPr>
        <p:spPr>
          <a:xfrm xmlns:a="http://schemas.openxmlformats.org/drawingml/2006/main">
            <a:off x="2038350" y="6296025"/>
            <a:ext cx="571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lnSpc>
                <a:spcPct val="103000"/>
              </a:lnSpc>
              <a:buNone/>
              <a:defRPr sz="1500" b="0">
                <a:solidFill>
                  <a:srgbClr val="000000"/>
                </a:solidFill>
                <a:latin typeface="Arial"/>
                <a:ea typeface="Arial"/>
                <a:cs typeface="Arial"/>
              </a:defRPr>
            </a:pPr>
            <a:r>
              <a:rPr sz="1500" b="0">
                <a:solidFill>
                  <a:srgbClr val="000000"/>
                </a:solidFill>
                <a:latin typeface="Arial"/>
                <a:ea typeface="Arial"/>
                <a:cs typeface="Arial"/>
              </a:rPr>
              <a:t>Input type selects the relevant engine or combination of engines</a:t>
            </a:r>
          </a:p>
        </p:txBody>
      </p:sp>
      <p:sp>
        <p:nvSpPr>
          <p:cNvPr id="78" name="">
            <a:extLst xmlns:a="http://schemas.openxmlformats.org/drawingml/2006/main">
              <a:ext uri="{FF2B5EF4-FFF2-40B4-BE49-F238E27FC236}">
                <a16:creationId xmlns:a16="http://schemas.microsoft.com/office/drawing/2014/main" id="{70C5C520-51EF-45E8-A07F-F459FDDDF274}"/>
              </a:ext>
            </a:extLst>
          </p:cNvPr>
          <p:cNvSpPr>
            <a:spLocks xmlns:a="http://schemas.openxmlformats.org/drawingml/2006/main" noGrp="1"/>
          </p:cNvSpPr>
          <p:nvPr/>
        </p:nvSpPr>
        <p:spPr>
          <a:xfrm xmlns:a="http://schemas.openxmlformats.org/drawingml/2006/main">
            <a:off x="228600" y="6819900"/>
            <a:ext cx="1581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79" name="06">
            <a:extLst xmlns:a="http://schemas.openxmlformats.org/drawingml/2006/main">
              <a:ext uri="{FF2B5EF4-FFF2-40B4-BE49-F238E27FC236}">
                <a16:creationId xmlns:a16="http://schemas.microsoft.com/office/drawing/2014/main" id="{28005F34-6F18-4F33-838A-F5CFE392173F}"/>
              </a:ext>
            </a:extLst>
          </p:cNvPr>
          <p:cNvSpPr>
            <a:spLocks xmlns:a="http://schemas.openxmlformats.org/drawingml/2006/main" noGrp="1"/>
          </p:cNvSpPr>
          <p:nvPr/>
        </p:nvSpPr>
        <p:spPr>
          <a:xfrm xmlns:a="http://schemas.openxmlformats.org/drawingml/2006/main">
            <a:off x="323850" y="68961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06</a:t>
            </a:r>
          </a:p>
        </p:txBody>
      </p:sp>
      <p:sp>
        <p:nvSpPr>
          <p:cNvPr id="80" name="DETECTION ENGINES">
            <a:extLst xmlns:a="http://schemas.openxmlformats.org/drawingml/2006/main">
              <a:ext uri="{FF2B5EF4-FFF2-40B4-BE49-F238E27FC236}">
                <a16:creationId xmlns:a16="http://schemas.microsoft.com/office/drawing/2014/main" id="{B1BE55F5-D7C8-4E85-955E-800E9E2F3F2F}"/>
              </a:ext>
            </a:extLst>
          </p:cNvPr>
          <p:cNvSpPr>
            <a:spLocks xmlns:a="http://schemas.openxmlformats.org/drawingml/2006/main" noGrp="1"/>
          </p:cNvSpPr>
          <p:nvPr/>
        </p:nvSpPr>
        <p:spPr>
          <a:xfrm xmlns:a="http://schemas.openxmlformats.org/drawingml/2006/main">
            <a:off x="304800" y="7181850"/>
            <a:ext cx="14287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DETECTION</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ENGINES</a:t>
            </a:r>
          </a:p>
        </p:txBody>
      </p:sp>
      <p:sp>
        <p:nvSpPr>
          <p:cNvPr id="81" name="">
            <a:extLst xmlns:a="http://schemas.openxmlformats.org/drawingml/2006/main">
              <a:ext uri="{FF2B5EF4-FFF2-40B4-BE49-F238E27FC236}">
                <a16:creationId xmlns:a16="http://schemas.microsoft.com/office/drawing/2014/main" id="{22DCE218-7944-49E2-91BA-23B551F57BCE}"/>
              </a:ext>
            </a:extLst>
          </p:cNvPr>
          <p:cNvSpPr>
            <a:spLocks xmlns:a="http://schemas.openxmlformats.org/drawingml/2006/main" noGrp="1"/>
          </p:cNvSpPr>
          <p:nvPr/>
        </p:nvSpPr>
        <p:spPr>
          <a:xfrm xmlns:a="http://schemas.openxmlformats.org/drawingml/2006/main">
            <a:off x="2038350" y="6819900"/>
            <a:ext cx="2343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82" name="">
            <a:extLst xmlns:a="http://schemas.openxmlformats.org/drawingml/2006/main">
              <a:ext uri="{FF2B5EF4-FFF2-40B4-BE49-F238E27FC236}">
                <a16:creationId xmlns:a16="http://schemas.microsoft.com/office/drawing/2014/main" id="{361678BE-3AF2-4978-AF34-1B73D291B835}"/>
              </a:ext>
            </a:extLst>
          </p:cNvPr>
          <p:cNvPicPr>
            <a:picLocks xmlns:a="http://schemas.openxmlformats.org/drawingml/2006/main" noChangeAspect="1"/>
          </p:cNvPicPr>
          <p:nvPr/>
        </p:nvPicPr>
        <p:blipFill>
          <a:blip xmlns:r="http://schemas.openxmlformats.org/officeDocument/2006/relationships" xmlns:a="http://schemas.openxmlformats.org/drawingml/2006/main" r:embed="R318e323a51c04763"/>
          <a:stretch xmlns:a="http://schemas.openxmlformats.org/drawingml/2006/main"/>
        </p:blipFill>
        <p:spPr>
          <a:xfrm xmlns:a="http://schemas.openxmlformats.org/drawingml/2006/main">
            <a:off x="2143125" y="7000875"/>
            <a:ext cx="257175" cy="257175"/>
          </a:xfrm>
          <a:prstGeom xmlns:a="http://schemas.openxmlformats.org/drawingml/2006/main" prst="rect">
            <a:avLst/>
          </a:prstGeom>
        </p:spPr>
      </p:pic>
      <p:sp>
        <p:nvSpPr>
          <p:cNvPr id="83" name="Phishing URL detection">
            <a:extLst xmlns:a="http://schemas.openxmlformats.org/drawingml/2006/main">
              <a:ext uri="{FF2B5EF4-FFF2-40B4-BE49-F238E27FC236}">
                <a16:creationId xmlns:a16="http://schemas.microsoft.com/office/drawing/2014/main" id="{56D8E46F-6338-4416-8728-73E2C926956E}"/>
              </a:ext>
            </a:extLst>
          </p:cNvPr>
          <p:cNvSpPr>
            <a:spLocks xmlns:a="http://schemas.openxmlformats.org/drawingml/2006/main" noGrp="1"/>
          </p:cNvSpPr>
          <p:nvPr/>
        </p:nvSpPr>
        <p:spPr>
          <a:xfrm xmlns:a="http://schemas.openxmlformats.org/drawingml/2006/main">
            <a:off x="2466975" y="6924675"/>
            <a:ext cx="1838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Phishing URL</a:t>
            </a:r>
          </a:p>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detection</a:t>
            </a:r>
          </a:p>
        </p:txBody>
      </p:sp>
      <p:cxnSp>
        <p:nvCxnSpPr>
          <p:cNvPr id="84" name="">
            <a:extLst xmlns:a="http://schemas.openxmlformats.org/drawingml/2006/main">
              <a:ext uri="{FF2B5EF4-FFF2-40B4-BE49-F238E27FC236}">
                <a16:creationId xmlns:a16="http://schemas.microsoft.com/office/drawing/2014/main" id="{92CB9664-A8C1-4FCB-97B5-9C666BDBDDF2}"/>
              </a:ext>
            </a:extLst>
          </p:cNvPr>
          <p:cNvCxnSpPr/>
          <p:nvPr/>
        </p:nvCxnSpPr>
        <p:spPr>
          <a:xfrm xmlns:a="http://schemas.openxmlformats.org/drawingml/2006/main">
            <a:off x="2133600" y="7467600"/>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85" name="URL text / structure TF-IDF + SGDClassifier LightGBM experts Expert routing">
            <a:extLst xmlns:a="http://schemas.openxmlformats.org/drawingml/2006/main">
              <a:ext uri="{FF2B5EF4-FFF2-40B4-BE49-F238E27FC236}">
                <a16:creationId xmlns:a16="http://schemas.microsoft.com/office/drawing/2014/main" id="{963B6FBA-FD40-4E67-A267-041D9B398E0F}"/>
              </a:ext>
            </a:extLst>
          </p:cNvPr>
          <p:cNvSpPr>
            <a:spLocks xmlns:a="http://schemas.openxmlformats.org/drawingml/2006/main" noGrp="1"/>
          </p:cNvSpPr>
          <p:nvPr/>
        </p:nvSpPr>
        <p:spPr>
          <a:xfrm xmlns:a="http://schemas.openxmlformats.org/drawingml/2006/main">
            <a:off x="2114550" y="7572375"/>
            <a:ext cx="2190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Arial"/>
                <a:ea typeface="Arial"/>
                <a:cs typeface="Arial"/>
              </a:defRPr>
            </a:defPPr>
            <a:lvl1pPr algn="ctr">
              <a:defRPr sz="1650" b="0">
                <a:solidFill>
                  <a:srgbClr val="000000"/>
                </a:solidFill>
                <a:latin typeface="Arial"/>
                <a:ea typeface="Arial"/>
                <a:cs typeface="Arial"/>
              </a:defRPr>
            </a:lvl1pPr>
            <a:lvl2pPr algn="ctr">
              <a:defRPr sz="1650" b="0">
                <a:solidFill>
                  <a:srgbClr val="000000"/>
                </a:solidFill>
                <a:latin typeface="Arial"/>
                <a:ea typeface="Arial"/>
                <a:cs typeface="Arial"/>
              </a:defRPr>
            </a:lvl2pPr>
            <a:lvl3pPr algn="ctr">
              <a:defRPr sz="1650" b="0">
                <a:solidFill>
                  <a:srgbClr val="000000"/>
                </a:solidFill>
                <a:latin typeface="Arial"/>
                <a:ea typeface="Arial"/>
                <a:cs typeface="Arial"/>
              </a:defRPr>
            </a:lvl3pPr>
            <a:lvl4pPr algn="ctr">
              <a:defRPr sz="1650" b="0">
                <a:solidFill>
                  <a:srgbClr val="000000"/>
                </a:solidFill>
                <a:latin typeface="Arial"/>
                <a:ea typeface="Arial"/>
                <a:cs typeface="Arial"/>
              </a:defRPr>
            </a:lvl4pPr>
            <a:lvl5pPr algn="ctr">
              <a:defRPr sz="1650" b="0">
                <a:solidFill>
                  <a:srgbClr val="000000"/>
                </a:solidFill>
                <a:latin typeface="Arial"/>
                <a:ea typeface="Arial"/>
                <a:cs typeface="Arial"/>
              </a:defRPr>
            </a:lvl5pPr>
            <a:lvl6pPr algn="ctr">
              <a:defRPr sz="1650" b="0">
                <a:solidFill>
                  <a:srgbClr val="000000"/>
                </a:solidFill>
                <a:latin typeface="Arial"/>
                <a:ea typeface="Arial"/>
                <a:cs typeface="Arial"/>
              </a:defRPr>
            </a:lvl6pPr>
            <a:lvl7pPr algn="ctr">
              <a:defRPr sz="1650" b="0">
                <a:solidFill>
                  <a:srgbClr val="000000"/>
                </a:solidFill>
                <a:latin typeface="Arial"/>
                <a:ea typeface="Arial"/>
                <a:cs typeface="Arial"/>
              </a:defRPr>
            </a:lvl7pPr>
            <a:lvl8pPr algn="ctr">
              <a:defRPr sz="1650" b="0">
                <a:solidFill>
                  <a:srgbClr val="000000"/>
                </a:solidFill>
                <a:latin typeface="Arial"/>
                <a:ea typeface="Arial"/>
                <a:cs typeface="Arial"/>
              </a:defRPr>
            </a:lvl8pPr>
            <a:lvl9pPr algn="ctr">
              <a:defRPr sz="1650" b="0">
                <a:solidFill>
                  <a:srgbClr val="000000"/>
                </a:solidFill>
                <a:latin typeface="Arial"/>
                <a:ea typeface="Arial"/>
                <a:cs typeface="Arial"/>
              </a:defRPr>
            </a:lvl9pPr>
          </a:lstStyle>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URL text / structure</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TF-IDF + SGDClassifier</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LightGBM experts</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Expert routing</a:t>
            </a:r>
          </a:p>
        </p:txBody>
      </p:sp>
      <p:cxnSp>
        <p:nvCxnSpPr>
          <p:cNvPr id="86" name="">
            <a:extLst xmlns:a="http://schemas.openxmlformats.org/drawingml/2006/main">
              <a:ext uri="{FF2B5EF4-FFF2-40B4-BE49-F238E27FC236}">
                <a16:creationId xmlns:a16="http://schemas.microsoft.com/office/drawing/2014/main" id="{D78C2D18-2972-4037-8825-4192CF5AC19B}"/>
              </a:ext>
            </a:extLst>
          </p:cNvPr>
          <p:cNvCxnSpPr/>
          <p:nvPr/>
        </p:nvCxnSpPr>
        <p:spPr>
          <a:xfrm xmlns:a="http://schemas.openxmlformats.org/drawingml/2006/main">
            <a:off x="2133600" y="9001125"/>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87" name="URL risk">
            <a:extLst xmlns:a="http://schemas.openxmlformats.org/drawingml/2006/main">
              <a:ext uri="{FF2B5EF4-FFF2-40B4-BE49-F238E27FC236}">
                <a16:creationId xmlns:a16="http://schemas.microsoft.com/office/drawing/2014/main" id="{3ED48511-636C-4EE9-8B78-9FCF62C0F08E}"/>
              </a:ext>
            </a:extLst>
          </p:cNvPr>
          <p:cNvSpPr>
            <a:spLocks xmlns:a="http://schemas.openxmlformats.org/drawingml/2006/main" noGrp="1"/>
          </p:cNvSpPr>
          <p:nvPr/>
        </p:nvSpPr>
        <p:spPr>
          <a:xfrm xmlns:a="http://schemas.openxmlformats.org/drawingml/2006/main">
            <a:off x="2114550" y="90773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00000"/>
                </a:solidFill>
                <a:latin typeface="Arial"/>
                <a:ea typeface="Arial"/>
                <a:cs typeface="Arial"/>
              </a:defRPr>
            </a:defPPr>
            <a:lvl1pPr algn="ctr">
              <a:defRPr sz="1725" b="1">
                <a:solidFill>
                  <a:srgbClr val="000000"/>
                </a:solidFill>
                <a:latin typeface="Arial"/>
                <a:ea typeface="Arial"/>
                <a:cs typeface="Arial"/>
              </a:defRPr>
            </a:lvl1pPr>
            <a:lvl2pPr algn="ctr">
              <a:defRPr sz="1725" b="1">
                <a:solidFill>
                  <a:srgbClr val="000000"/>
                </a:solidFill>
                <a:latin typeface="Arial"/>
                <a:ea typeface="Arial"/>
                <a:cs typeface="Arial"/>
              </a:defRPr>
            </a:lvl2pPr>
            <a:lvl3pPr algn="ctr">
              <a:defRPr sz="1725" b="1">
                <a:solidFill>
                  <a:srgbClr val="000000"/>
                </a:solidFill>
                <a:latin typeface="Arial"/>
                <a:ea typeface="Arial"/>
                <a:cs typeface="Arial"/>
              </a:defRPr>
            </a:lvl3pPr>
            <a:lvl4pPr algn="ctr">
              <a:defRPr sz="1725" b="1">
                <a:solidFill>
                  <a:srgbClr val="000000"/>
                </a:solidFill>
                <a:latin typeface="Arial"/>
                <a:ea typeface="Arial"/>
                <a:cs typeface="Arial"/>
              </a:defRPr>
            </a:lvl4pPr>
            <a:lvl5pPr algn="ctr">
              <a:defRPr sz="1725" b="1">
                <a:solidFill>
                  <a:srgbClr val="000000"/>
                </a:solidFill>
                <a:latin typeface="Arial"/>
                <a:ea typeface="Arial"/>
                <a:cs typeface="Arial"/>
              </a:defRPr>
            </a:lvl5pPr>
            <a:lvl6pPr algn="ctr">
              <a:defRPr sz="1725" b="1">
                <a:solidFill>
                  <a:srgbClr val="000000"/>
                </a:solidFill>
                <a:latin typeface="Arial"/>
                <a:ea typeface="Arial"/>
                <a:cs typeface="Arial"/>
              </a:defRPr>
            </a:lvl6pPr>
            <a:lvl7pPr algn="ctr">
              <a:defRPr sz="1725" b="1">
                <a:solidFill>
                  <a:srgbClr val="000000"/>
                </a:solidFill>
                <a:latin typeface="Arial"/>
                <a:ea typeface="Arial"/>
                <a:cs typeface="Arial"/>
              </a:defRPr>
            </a:lvl7pPr>
            <a:lvl8pPr algn="ctr">
              <a:defRPr sz="1725" b="1">
                <a:solidFill>
                  <a:srgbClr val="000000"/>
                </a:solidFill>
                <a:latin typeface="Arial"/>
                <a:ea typeface="Arial"/>
                <a:cs typeface="Arial"/>
              </a:defRPr>
            </a:lvl8pPr>
            <a:lvl9pPr algn="ctr">
              <a:defRPr sz="1725" b="1">
                <a:solidFill>
                  <a:srgbClr val="000000"/>
                </a:solidFill>
                <a:latin typeface="Arial"/>
                <a:ea typeface="Arial"/>
                <a:cs typeface="Arial"/>
              </a:defRPr>
            </a:lvl9pPr>
          </a:lstStyle>
          <a:p xmlns:a="http://schemas.openxmlformats.org/drawingml/2006/main">
            <a:pPr algn="ctr">
              <a:lnSpc>
                <a:spcPct val="103000"/>
              </a:lnSpc>
              <a:buNone/>
              <a:defRPr sz="1725" b="1">
                <a:solidFill>
                  <a:srgbClr val="000000"/>
                </a:solidFill>
                <a:latin typeface="Arial"/>
                <a:ea typeface="Arial"/>
                <a:cs typeface="Arial"/>
              </a:defRPr>
            </a:pPr>
            <a:r>
              <a:rPr sz="1725" b="1">
                <a:solidFill>
                  <a:srgbClr val="000000"/>
                </a:solidFill>
                <a:latin typeface="Arial"/>
                <a:ea typeface="Arial"/>
                <a:cs typeface="Arial"/>
              </a:rPr>
              <a:t>URL risk</a:t>
            </a:r>
          </a:p>
        </p:txBody>
      </p:sp>
      <p:cxnSp>
        <p:nvCxnSpPr>
          <p:cNvPr id="88" name="">
            <a:extLst xmlns:a="http://schemas.openxmlformats.org/drawingml/2006/main">
              <a:ext uri="{FF2B5EF4-FFF2-40B4-BE49-F238E27FC236}">
                <a16:creationId xmlns:a16="http://schemas.microsoft.com/office/drawing/2014/main" id="{88D5EB75-6666-4EAE-9E11-72BE84B56A47}"/>
              </a:ext>
            </a:extLst>
          </p:cNvPr>
          <p:cNvCxnSpPr/>
          <p:nvPr/>
        </p:nvCxnSpPr>
        <p:spPr>
          <a:xfrm xmlns:a="http://schemas.openxmlformats.org/drawingml/2006/main">
            <a:off x="3209925" y="9391650"/>
            <a:ext cx="0" cy="22860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89" name="">
            <a:extLst xmlns:a="http://schemas.openxmlformats.org/drawingml/2006/main">
              <a:ext uri="{FF2B5EF4-FFF2-40B4-BE49-F238E27FC236}">
                <a16:creationId xmlns:a16="http://schemas.microsoft.com/office/drawing/2014/main" id="{001BBDBE-11E9-44C5-8A81-EEFAADED855C}"/>
              </a:ext>
            </a:extLst>
          </p:cNvPr>
          <p:cNvSpPr>
            <a:spLocks xmlns:a="http://schemas.openxmlformats.org/drawingml/2006/main" noGrp="1"/>
          </p:cNvSpPr>
          <p:nvPr/>
        </p:nvSpPr>
        <p:spPr>
          <a:xfrm xmlns:a="http://schemas.openxmlformats.org/drawingml/2006/main">
            <a:off x="4514850" y="6819900"/>
            <a:ext cx="2343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90" name="">
            <a:extLst xmlns:a="http://schemas.openxmlformats.org/drawingml/2006/main">
              <a:ext uri="{FF2B5EF4-FFF2-40B4-BE49-F238E27FC236}">
                <a16:creationId xmlns:a16="http://schemas.microsoft.com/office/drawing/2014/main" id="{F69681DA-0776-43BC-A76C-C9AB4DE43A73}"/>
              </a:ext>
            </a:extLst>
          </p:cNvPr>
          <p:cNvPicPr>
            <a:picLocks xmlns:a="http://schemas.openxmlformats.org/drawingml/2006/main" noChangeAspect="1"/>
          </p:cNvPicPr>
          <p:nvPr/>
        </p:nvPicPr>
        <p:blipFill>
          <a:blip xmlns:r="http://schemas.openxmlformats.org/officeDocument/2006/relationships" xmlns:a="http://schemas.openxmlformats.org/drawingml/2006/main" r:embed="R7057473c8f504132"/>
          <a:stretch xmlns:a="http://schemas.openxmlformats.org/drawingml/2006/main"/>
        </p:blipFill>
        <p:spPr>
          <a:xfrm xmlns:a="http://schemas.openxmlformats.org/drawingml/2006/main">
            <a:off x="4619625" y="7000875"/>
            <a:ext cx="257175" cy="257175"/>
          </a:xfrm>
          <a:prstGeom xmlns:a="http://schemas.openxmlformats.org/drawingml/2006/main" prst="rect">
            <a:avLst/>
          </a:prstGeom>
        </p:spPr>
      </p:pic>
      <p:sp>
        <p:nvSpPr>
          <p:cNvPr id="91" name="Scam message detection">
            <a:extLst xmlns:a="http://schemas.openxmlformats.org/drawingml/2006/main">
              <a:ext uri="{FF2B5EF4-FFF2-40B4-BE49-F238E27FC236}">
                <a16:creationId xmlns:a16="http://schemas.microsoft.com/office/drawing/2014/main" id="{D7B67D1B-6BB5-4C6F-9567-14DB19E1800C}"/>
              </a:ext>
            </a:extLst>
          </p:cNvPr>
          <p:cNvSpPr>
            <a:spLocks xmlns:a="http://schemas.openxmlformats.org/drawingml/2006/main" noGrp="1"/>
          </p:cNvSpPr>
          <p:nvPr/>
        </p:nvSpPr>
        <p:spPr>
          <a:xfrm xmlns:a="http://schemas.openxmlformats.org/drawingml/2006/main">
            <a:off x="4943475" y="6924675"/>
            <a:ext cx="1838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Scam message</a:t>
            </a:r>
          </a:p>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detection</a:t>
            </a:r>
          </a:p>
        </p:txBody>
      </p:sp>
      <p:cxnSp>
        <p:nvCxnSpPr>
          <p:cNvPr id="92" name="">
            <a:extLst xmlns:a="http://schemas.openxmlformats.org/drawingml/2006/main">
              <a:ext uri="{FF2B5EF4-FFF2-40B4-BE49-F238E27FC236}">
                <a16:creationId xmlns:a16="http://schemas.microsoft.com/office/drawing/2014/main" id="{CA8FEDF3-FF93-47E9-9A4F-4AA65EA69388}"/>
              </a:ext>
            </a:extLst>
          </p:cNvPr>
          <p:cNvCxnSpPr/>
          <p:nvPr/>
        </p:nvCxnSpPr>
        <p:spPr>
          <a:xfrm xmlns:a="http://schemas.openxmlformats.org/drawingml/2006/main">
            <a:off x="4610100" y="7467600"/>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93" name="DistilBERT TF-IDF + Logistic Regression Calibrated text fusion Links: phishing engine">
            <a:extLst xmlns:a="http://schemas.openxmlformats.org/drawingml/2006/main">
              <a:ext uri="{FF2B5EF4-FFF2-40B4-BE49-F238E27FC236}">
                <a16:creationId xmlns:a16="http://schemas.microsoft.com/office/drawing/2014/main" id="{88BB8597-0F65-4869-B09C-F5C40186908D}"/>
              </a:ext>
            </a:extLst>
          </p:cNvPr>
          <p:cNvSpPr>
            <a:spLocks xmlns:a="http://schemas.openxmlformats.org/drawingml/2006/main" noGrp="1"/>
          </p:cNvSpPr>
          <p:nvPr/>
        </p:nvSpPr>
        <p:spPr>
          <a:xfrm xmlns:a="http://schemas.openxmlformats.org/drawingml/2006/main">
            <a:off x="4591050" y="7572375"/>
            <a:ext cx="2190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Arial"/>
                <a:ea typeface="Arial"/>
                <a:cs typeface="Arial"/>
              </a:defRPr>
            </a:defPPr>
            <a:lvl1pPr algn="ctr">
              <a:defRPr sz="1650" b="0">
                <a:solidFill>
                  <a:srgbClr val="000000"/>
                </a:solidFill>
                <a:latin typeface="Arial"/>
                <a:ea typeface="Arial"/>
                <a:cs typeface="Arial"/>
              </a:defRPr>
            </a:lvl1pPr>
            <a:lvl2pPr algn="ctr">
              <a:defRPr sz="1650" b="0">
                <a:solidFill>
                  <a:srgbClr val="000000"/>
                </a:solidFill>
                <a:latin typeface="Arial"/>
                <a:ea typeface="Arial"/>
                <a:cs typeface="Arial"/>
              </a:defRPr>
            </a:lvl2pPr>
            <a:lvl3pPr algn="ctr">
              <a:defRPr sz="1650" b="0">
                <a:solidFill>
                  <a:srgbClr val="000000"/>
                </a:solidFill>
                <a:latin typeface="Arial"/>
                <a:ea typeface="Arial"/>
                <a:cs typeface="Arial"/>
              </a:defRPr>
            </a:lvl3pPr>
            <a:lvl4pPr algn="ctr">
              <a:defRPr sz="1650" b="0">
                <a:solidFill>
                  <a:srgbClr val="000000"/>
                </a:solidFill>
                <a:latin typeface="Arial"/>
                <a:ea typeface="Arial"/>
                <a:cs typeface="Arial"/>
              </a:defRPr>
            </a:lvl4pPr>
            <a:lvl5pPr algn="ctr">
              <a:defRPr sz="1650" b="0">
                <a:solidFill>
                  <a:srgbClr val="000000"/>
                </a:solidFill>
                <a:latin typeface="Arial"/>
                <a:ea typeface="Arial"/>
                <a:cs typeface="Arial"/>
              </a:defRPr>
            </a:lvl5pPr>
            <a:lvl6pPr algn="ctr">
              <a:defRPr sz="1650" b="0">
                <a:solidFill>
                  <a:srgbClr val="000000"/>
                </a:solidFill>
                <a:latin typeface="Arial"/>
                <a:ea typeface="Arial"/>
                <a:cs typeface="Arial"/>
              </a:defRPr>
            </a:lvl6pPr>
            <a:lvl7pPr algn="ctr">
              <a:defRPr sz="1650" b="0">
                <a:solidFill>
                  <a:srgbClr val="000000"/>
                </a:solidFill>
                <a:latin typeface="Arial"/>
                <a:ea typeface="Arial"/>
                <a:cs typeface="Arial"/>
              </a:defRPr>
            </a:lvl7pPr>
            <a:lvl8pPr algn="ctr">
              <a:defRPr sz="1650" b="0">
                <a:solidFill>
                  <a:srgbClr val="000000"/>
                </a:solidFill>
                <a:latin typeface="Arial"/>
                <a:ea typeface="Arial"/>
                <a:cs typeface="Arial"/>
              </a:defRPr>
            </a:lvl8pPr>
            <a:lvl9pPr algn="ctr">
              <a:defRPr sz="1650" b="0">
                <a:solidFill>
                  <a:srgbClr val="000000"/>
                </a:solidFill>
                <a:latin typeface="Arial"/>
                <a:ea typeface="Arial"/>
                <a:cs typeface="Arial"/>
              </a:defRPr>
            </a:lvl9pPr>
          </a:lstStyle>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DistilBERT</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TF-IDF + Logistic</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Regression</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Calibrated text fusion</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Links: phishing engine</a:t>
            </a:r>
          </a:p>
        </p:txBody>
      </p:sp>
      <p:cxnSp>
        <p:nvCxnSpPr>
          <p:cNvPr id="94" name="">
            <a:extLst xmlns:a="http://schemas.openxmlformats.org/drawingml/2006/main">
              <a:ext uri="{FF2B5EF4-FFF2-40B4-BE49-F238E27FC236}">
                <a16:creationId xmlns:a16="http://schemas.microsoft.com/office/drawing/2014/main" id="{615E0E69-CE84-4B00-B257-DFF093E5210F}"/>
              </a:ext>
            </a:extLst>
          </p:cNvPr>
          <p:cNvCxnSpPr/>
          <p:nvPr/>
        </p:nvCxnSpPr>
        <p:spPr>
          <a:xfrm xmlns:a="http://schemas.openxmlformats.org/drawingml/2006/main">
            <a:off x="4610100" y="9001125"/>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95" name="Message risk">
            <a:extLst xmlns:a="http://schemas.openxmlformats.org/drawingml/2006/main">
              <a:ext uri="{FF2B5EF4-FFF2-40B4-BE49-F238E27FC236}">
                <a16:creationId xmlns:a16="http://schemas.microsoft.com/office/drawing/2014/main" id="{A407A7F3-C967-44B3-9192-5764BC7F5F7D}"/>
              </a:ext>
            </a:extLst>
          </p:cNvPr>
          <p:cNvSpPr>
            <a:spLocks xmlns:a="http://schemas.openxmlformats.org/drawingml/2006/main" noGrp="1"/>
          </p:cNvSpPr>
          <p:nvPr/>
        </p:nvSpPr>
        <p:spPr>
          <a:xfrm xmlns:a="http://schemas.openxmlformats.org/drawingml/2006/main">
            <a:off x="4591050" y="90773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00000"/>
                </a:solidFill>
                <a:latin typeface="Arial"/>
                <a:ea typeface="Arial"/>
                <a:cs typeface="Arial"/>
              </a:defRPr>
            </a:defPPr>
            <a:lvl1pPr algn="ctr">
              <a:defRPr sz="1725" b="1">
                <a:solidFill>
                  <a:srgbClr val="000000"/>
                </a:solidFill>
                <a:latin typeface="Arial"/>
                <a:ea typeface="Arial"/>
                <a:cs typeface="Arial"/>
              </a:defRPr>
            </a:lvl1pPr>
            <a:lvl2pPr algn="ctr">
              <a:defRPr sz="1725" b="1">
                <a:solidFill>
                  <a:srgbClr val="000000"/>
                </a:solidFill>
                <a:latin typeface="Arial"/>
                <a:ea typeface="Arial"/>
                <a:cs typeface="Arial"/>
              </a:defRPr>
            </a:lvl2pPr>
            <a:lvl3pPr algn="ctr">
              <a:defRPr sz="1725" b="1">
                <a:solidFill>
                  <a:srgbClr val="000000"/>
                </a:solidFill>
                <a:latin typeface="Arial"/>
                <a:ea typeface="Arial"/>
                <a:cs typeface="Arial"/>
              </a:defRPr>
            </a:lvl3pPr>
            <a:lvl4pPr algn="ctr">
              <a:defRPr sz="1725" b="1">
                <a:solidFill>
                  <a:srgbClr val="000000"/>
                </a:solidFill>
                <a:latin typeface="Arial"/>
                <a:ea typeface="Arial"/>
                <a:cs typeface="Arial"/>
              </a:defRPr>
            </a:lvl4pPr>
            <a:lvl5pPr algn="ctr">
              <a:defRPr sz="1725" b="1">
                <a:solidFill>
                  <a:srgbClr val="000000"/>
                </a:solidFill>
                <a:latin typeface="Arial"/>
                <a:ea typeface="Arial"/>
                <a:cs typeface="Arial"/>
              </a:defRPr>
            </a:lvl5pPr>
            <a:lvl6pPr algn="ctr">
              <a:defRPr sz="1725" b="1">
                <a:solidFill>
                  <a:srgbClr val="000000"/>
                </a:solidFill>
                <a:latin typeface="Arial"/>
                <a:ea typeface="Arial"/>
                <a:cs typeface="Arial"/>
              </a:defRPr>
            </a:lvl6pPr>
            <a:lvl7pPr algn="ctr">
              <a:defRPr sz="1725" b="1">
                <a:solidFill>
                  <a:srgbClr val="000000"/>
                </a:solidFill>
                <a:latin typeface="Arial"/>
                <a:ea typeface="Arial"/>
                <a:cs typeface="Arial"/>
              </a:defRPr>
            </a:lvl7pPr>
            <a:lvl8pPr algn="ctr">
              <a:defRPr sz="1725" b="1">
                <a:solidFill>
                  <a:srgbClr val="000000"/>
                </a:solidFill>
                <a:latin typeface="Arial"/>
                <a:ea typeface="Arial"/>
                <a:cs typeface="Arial"/>
              </a:defRPr>
            </a:lvl8pPr>
            <a:lvl9pPr algn="ctr">
              <a:defRPr sz="1725" b="1">
                <a:solidFill>
                  <a:srgbClr val="000000"/>
                </a:solidFill>
                <a:latin typeface="Arial"/>
                <a:ea typeface="Arial"/>
                <a:cs typeface="Arial"/>
              </a:defRPr>
            </a:lvl9pPr>
          </a:lstStyle>
          <a:p xmlns:a="http://schemas.openxmlformats.org/drawingml/2006/main">
            <a:pPr algn="ctr">
              <a:lnSpc>
                <a:spcPct val="103000"/>
              </a:lnSpc>
              <a:buNone/>
              <a:defRPr sz="1725" b="1">
                <a:solidFill>
                  <a:srgbClr val="000000"/>
                </a:solidFill>
                <a:latin typeface="Arial"/>
                <a:ea typeface="Arial"/>
                <a:cs typeface="Arial"/>
              </a:defRPr>
            </a:pPr>
            <a:r>
              <a:rPr sz="1725" b="1">
                <a:solidFill>
                  <a:srgbClr val="000000"/>
                </a:solidFill>
                <a:latin typeface="Arial"/>
                <a:ea typeface="Arial"/>
                <a:cs typeface="Arial"/>
              </a:rPr>
              <a:t>Message risk</a:t>
            </a:r>
          </a:p>
        </p:txBody>
      </p:sp>
      <p:cxnSp>
        <p:nvCxnSpPr>
          <p:cNvPr id="96" name="">
            <a:extLst xmlns:a="http://schemas.openxmlformats.org/drawingml/2006/main">
              <a:ext uri="{FF2B5EF4-FFF2-40B4-BE49-F238E27FC236}">
                <a16:creationId xmlns:a16="http://schemas.microsoft.com/office/drawing/2014/main" id="{B07CC2F4-B18D-47D2-818E-8D8051749E5C}"/>
              </a:ext>
            </a:extLst>
          </p:cNvPr>
          <p:cNvCxnSpPr/>
          <p:nvPr/>
        </p:nvCxnSpPr>
        <p:spPr>
          <a:xfrm xmlns:a="http://schemas.openxmlformats.org/drawingml/2006/main">
            <a:off x="5686425" y="9391650"/>
            <a:ext cx="0" cy="22860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97" name="">
            <a:extLst xmlns:a="http://schemas.openxmlformats.org/drawingml/2006/main">
              <a:ext uri="{FF2B5EF4-FFF2-40B4-BE49-F238E27FC236}">
                <a16:creationId xmlns:a16="http://schemas.microsoft.com/office/drawing/2014/main" id="{334D94B7-EE99-42EF-8BE9-B3437FCDF3DC}"/>
              </a:ext>
            </a:extLst>
          </p:cNvPr>
          <p:cNvSpPr>
            <a:spLocks xmlns:a="http://schemas.openxmlformats.org/drawingml/2006/main" noGrp="1"/>
          </p:cNvSpPr>
          <p:nvPr/>
        </p:nvSpPr>
        <p:spPr>
          <a:xfrm xmlns:a="http://schemas.openxmlformats.org/drawingml/2006/main">
            <a:off x="6991350" y="6819900"/>
            <a:ext cx="2343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98" name="">
            <a:extLst xmlns:a="http://schemas.openxmlformats.org/drawingml/2006/main">
              <a:ext uri="{FF2B5EF4-FFF2-40B4-BE49-F238E27FC236}">
                <a16:creationId xmlns:a16="http://schemas.microsoft.com/office/drawing/2014/main" id="{01A457E3-4C57-4156-AEAA-9D4138622F22}"/>
              </a:ext>
            </a:extLst>
          </p:cNvPr>
          <p:cNvPicPr>
            <a:picLocks xmlns:a="http://schemas.openxmlformats.org/drawingml/2006/main" noChangeAspect="1"/>
          </p:cNvPicPr>
          <p:nvPr/>
        </p:nvPicPr>
        <p:blipFill>
          <a:blip xmlns:r="http://schemas.openxmlformats.org/officeDocument/2006/relationships" xmlns:a="http://schemas.openxmlformats.org/drawingml/2006/main" r:embed="R7dadc80000e64245"/>
          <a:stretch xmlns:a="http://schemas.openxmlformats.org/drawingml/2006/main"/>
        </p:blipFill>
        <p:spPr>
          <a:xfrm xmlns:a="http://schemas.openxmlformats.org/drawingml/2006/main">
            <a:off x="7096125" y="7000875"/>
            <a:ext cx="257175" cy="257175"/>
          </a:xfrm>
          <a:prstGeom xmlns:a="http://schemas.openxmlformats.org/drawingml/2006/main" prst="rect">
            <a:avLst/>
          </a:prstGeom>
        </p:spPr>
      </p:pic>
      <p:sp>
        <p:nvSpPr>
          <p:cNvPr id="99" name="Fake review detection">
            <a:extLst xmlns:a="http://schemas.openxmlformats.org/drawingml/2006/main">
              <a:ext uri="{FF2B5EF4-FFF2-40B4-BE49-F238E27FC236}">
                <a16:creationId xmlns:a16="http://schemas.microsoft.com/office/drawing/2014/main" id="{652E640D-9B82-4679-AEE1-E373B64AA477}"/>
              </a:ext>
            </a:extLst>
          </p:cNvPr>
          <p:cNvSpPr>
            <a:spLocks xmlns:a="http://schemas.openxmlformats.org/drawingml/2006/main" noGrp="1"/>
          </p:cNvSpPr>
          <p:nvPr/>
        </p:nvSpPr>
        <p:spPr>
          <a:xfrm xmlns:a="http://schemas.openxmlformats.org/drawingml/2006/main">
            <a:off x="7419975" y="6924675"/>
            <a:ext cx="1838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Fake review</a:t>
            </a:r>
          </a:p>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detection</a:t>
            </a:r>
          </a:p>
        </p:txBody>
      </p:sp>
      <p:cxnSp>
        <p:nvCxnSpPr>
          <p:cNvPr id="100" name="">
            <a:extLst xmlns:a="http://schemas.openxmlformats.org/drawingml/2006/main">
              <a:ext uri="{FF2B5EF4-FFF2-40B4-BE49-F238E27FC236}">
                <a16:creationId xmlns:a16="http://schemas.microsoft.com/office/drawing/2014/main" id="{20623A80-AC09-4977-8155-D16FD87A27E1}"/>
              </a:ext>
            </a:extLst>
          </p:cNvPr>
          <p:cNvCxnSpPr/>
          <p:nvPr/>
        </p:nvCxnSpPr>
        <p:spPr>
          <a:xfrm xmlns:a="http://schemas.openxmlformats.org/drawingml/2006/main">
            <a:off x="7086600" y="7467600"/>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01" name="SBERT embeddings Semantic similarity Sentiment / behaviour Classifier + anomaly checks">
            <a:extLst xmlns:a="http://schemas.openxmlformats.org/drawingml/2006/main">
              <a:ext uri="{FF2B5EF4-FFF2-40B4-BE49-F238E27FC236}">
                <a16:creationId xmlns:a16="http://schemas.microsoft.com/office/drawing/2014/main" id="{9624697D-8303-457E-9881-485AFBE80C09}"/>
              </a:ext>
            </a:extLst>
          </p:cNvPr>
          <p:cNvSpPr>
            <a:spLocks xmlns:a="http://schemas.openxmlformats.org/drawingml/2006/main" noGrp="1"/>
          </p:cNvSpPr>
          <p:nvPr/>
        </p:nvSpPr>
        <p:spPr>
          <a:xfrm xmlns:a="http://schemas.openxmlformats.org/drawingml/2006/main">
            <a:off x="7067550" y="7572375"/>
            <a:ext cx="2190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Arial"/>
                <a:ea typeface="Arial"/>
                <a:cs typeface="Arial"/>
              </a:defRPr>
            </a:defPPr>
            <a:lvl1pPr algn="ctr">
              <a:defRPr sz="1650" b="0">
                <a:solidFill>
                  <a:srgbClr val="000000"/>
                </a:solidFill>
                <a:latin typeface="Arial"/>
                <a:ea typeface="Arial"/>
                <a:cs typeface="Arial"/>
              </a:defRPr>
            </a:lvl1pPr>
            <a:lvl2pPr algn="ctr">
              <a:defRPr sz="1650" b="0">
                <a:solidFill>
                  <a:srgbClr val="000000"/>
                </a:solidFill>
                <a:latin typeface="Arial"/>
                <a:ea typeface="Arial"/>
                <a:cs typeface="Arial"/>
              </a:defRPr>
            </a:lvl2pPr>
            <a:lvl3pPr algn="ctr">
              <a:defRPr sz="1650" b="0">
                <a:solidFill>
                  <a:srgbClr val="000000"/>
                </a:solidFill>
                <a:latin typeface="Arial"/>
                <a:ea typeface="Arial"/>
                <a:cs typeface="Arial"/>
              </a:defRPr>
            </a:lvl3pPr>
            <a:lvl4pPr algn="ctr">
              <a:defRPr sz="1650" b="0">
                <a:solidFill>
                  <a:srgbClr val="000000"/>
                </a:solidFill>
                <a:latin typeface="Arial"/>
                <a:ea typeface="Arial"/>
                <a:cs typeface="Arial"/>
              </a:defRPr>
            </a:lvl4pPr>
            <a:lvl5pPr algn="ctr">
              <a:defRPr sz="1650" b="0">
                <a:solidFill>
                  <a:srgbClr val="000000"/>
                </a:solidFill>
                <a:latin typeface="Arial"/>
                <a:ea typeface="Arial"/>
                <a:cs typeface="Arial"/>
              </a:defRPr>
            </a:lvl5pPr>
            <a:lvl6pPr algn="ctr">
              <a:defRPr sz="1650" b="0">
                <a:solidFill>
                  <a:srgbClr val="000000"/>
                </a:solidFill>
                <a:latin typeface="Arial"/>
                <a:ea typeface="Arial"/>
                <a:cs typeface="Arial"/>
              </a:defRPr>
            </a:lvl6pPr>
            <a:lvl7pPr algn="ctr">
              <a:defRPr sz="1650" b="0">
                <a:solidFill>
                  <a:srgbClr val="000000"/>
                </a:solidFill>
                <a:latin typeface="Arial"/>
                <a:ea typeface="Arial"/>
                <a:cs typeface="Arial"/>
              </a:defRPr>
            </a:lvl7pPr>
            <a:lvl8pPr algn="ctr">
              <a:defRPr sz="1650" b="0">
                <a:solidFill>
                  <a:srgbClr val="000000"/>
                </a:solidFill>
                <a:latin typeface="Arial"/>
                <a:ea typeface="Arial"/>
                <a:cs typeface="Arial"/>
              </a:defRPr>
            </a:lvl8pPr>
            <a:lvl9pPr algn="ctr">
              <a:defRPr sz="1650" b="0">
                <a:solidFill>
                  <a:srgbClr val="000000"/>
                </a:solidFill>
                <a:latin typeface="Arial"/>
                <a:ea typeface="Arial"/>
                <a:cs typeface="Arial"/>
              </a:defRPr>
            </a:lvl9pPr>
          </a:lstStyle>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SBERT embeddings</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Semantic similarity</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Sentiment / behaviour</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Classifier + anomaly</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checks</a:t>
            </a:r>
          </a:p>
        </p:txBody>
      </p:sp>
      <p:cxnSp>
        <p:nvCxnSpPr>
          <p:cNvPr id="102" name="">
            <a:extLst xmlns:a="http://schemas.openxmlformats.org/drawingml/2006/main">
              <a:ext uri="{FF2B5EF4-FFF2-40B4-BE49-F238E27FC236}">
                <a16:creationId xmlns:a16="http://schemas.microsoft.com/office/drawing/2014/main" id="{C9B51258-5F31-48B6-9843-985C7F04F2BB}"/>
              </a:ext>
            </a:extLst>
          </p:cNvPr>
          <p:cNvCxnSpPr/>
          <p:nvPr/>
        </p:nvCxnSpPr>
        <p:spPr>
          <a:xfrm xmlns:a="http://schemas.openxmlformats.org/drawingml/2006/main">
            <a:off x="7086600" y="9001125"/>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03" name="Review risk">
            <a:extLst xmlns:a="http://schemas.openxmlformats.org/drawingml/2006/main">
              <a:ext uri="{FF2B5EF4-FFF2-40B4-BE49-F238E27FC236}">
                <a16:creationId xmlns:a16="http://schemas.microsoft.com/office/drawing/2014/main" id="{F9C3B14C-D062-40C2-80D4-35A6190749E8}"/>
              </a:ext>
            </a:extLst>
          </p:cNvPr>
          <p:cNvSpPr>
            <a:spLocks xmlns:a="http://schemas.openxmlformats.org/drawingml/2006/main" noGrp="1"/>
          </p:cNvSpPr>
          <p:nvPr/>
        </p:nvSpPr>
        <p:spPr>
          <a:xfrm xmlns:a="http://schemas.openxmlformats.org/drawingml/2006/main">
            <a:off x="7067550" y="90773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00000"/>
                </a:solidFill>
                <a:latin typeface="Arial"/>
                <a:ea typeface="Arial"/>
                <a:cs typeface="Arial"/>
              </a:defRPr>
            </a:defPPr>
            <a:lvl1pPr algn="ctr">
              <a:defRPr sz="1725" b="1">
                <a:solidFill>
                  <a:srgbClr val="000000"/>
                </a:solidFill>
                <a:latin typeface="Arial"/>
                <a:ea typeface="Arial"/>
                <a:cs typeface="Arial"/>
              </a:defRPr>
            </a:lvl1pPr>
            <a:lvl2pPr algn="ctr">
              <a:defRPr sz="1725" b="1">
                <a:solidFill>
                  <a:srgbClr val="000000"/>
                </a:solidFill>
                <a:latin typeface="Arial"/>
                <a:ea typeface="Arial"/>
                <a:cs typeface="Arial"/>
              </a:defRPr>
            </a:lvl2pPr>
            <a:lvl3pPr algn="ctr">
              <a:defRPr sz="1725" b="1">
                <a:solidFill>
                  <a:srgbClr val="000000"/>
                </a:solidFill>
                <a:latin typeface="Arial"/>
                <a:ea typeface="Arial"/>
                <a:cs typeface="Arial"/>
              </a:defRPr>
            </a:lvl3pPr>
            <a:lvl4pPr algn="ctr">
              <a:defRPr sz="1725" b="1">
                <a:solidFill>
                  <a:srgbClr val="000000"/>
                </a:solidFill>
                <a:latin typeface="Arial"/>
                <a:ea typeface="Arial"/>
                <a:cs typeface="Arial"/>
              </a:defRPr>
            </a:lvl4pPr>
            <a:lvl5pPr algn="ctr">
              <a:defRPr sz="1725" b="1">
                <a:solidFill>
                  <a:srgbClr val="000000"/>
                </a:solidFill>
                <a:latin typeface="Arial"/>
                <a:ea typeface="Arial"/>
                <a:cs typeface="Arial"/>
              </a:defRPr>
            </a:lvl5pPr>
            <a:lvl6pPr algn="ctr">
              <a:defRPr sz="1725" b="1">
                <a:solidFill>
                  <a:srgbClr val="000000"/>
                </a:solidFill>
                <a:latin typeface="Arial"/>
                <a:ea typeface="Arial"/>
                <a:cs typeface="Arial"/>
              </a:defRPr>
            </a:lvl6pPr>
            <a:lvl7pPr algn="ctr">
              <a:defRPr sz="1725" b="1">
                <a:solidFill>
                  <a:srgbClr val="000000"/>
                </a:solidFill>
                <a:latin typeface="Arial"/>
                <a:ea typeface="Arial"/>
                <a:cs typeface="Arial"/>
              </a:defRPr>
            </a:lvl7pPr>
            <a:lvl8pPr algn="ctr">
              <a:defRPr sz="1725" b="1">
                <a:solidFill>
                  <a:srgbClr val="000000"/>
                </a:solidFill>
                <a:latin typeface="Arial"/>
                <a:ea typeface="Arial"/>
                <a:cs typeface="Arial"/>
              </a:defRPr>
            </a:lvl8pPr>
            <a:lvl9pPr algn="ctr">
              <a:defRPr sz="1725" b="1">
                <a:solidFill>
                  <a:srgbClr val="000000"/>
                </a:solidFill>
                <a:latin typeface="Arial"/>
                <a:ea typeface="Arial"/>
                <a:cs typeface="Arial"/>
              </a:defRPr>
            </a:lvl9pPr>
          </a:lstStyle>
          <a:p xmlns:a="http://schemas.openxmlformats.org/drawingml/2006/main">
            <a:pPr algn="ctr">
              <a:lnSpc>
                <a:spcPct val="103000"/>
              </a:lnSpc>
              <a:buNone/>
              <a:defRPr sz="1725" b="1">
                <a:solidFill>
                  <a:srgbClr val="000000"/>
                </a:solidFill>
                <a:latin typeface="Arial"/>
                <a:ea typeface="Arial"/>
                <a:cs typeface="Arial"/>
              </a:defRPr>
            </a:pPr>
            <a:r>
              <a:rPr sz="1725" b="1">
                <a:solidFill>
                  <a:srgbClr val="000000"/>
                </a:solidFill>
                <a:latin typeface="Arial"/>
                <a:ea typeface="Arial"/>
                <a:cs typeface="Arial"/>
              </a:rPr>
              <a:t>Review risk</a:t>
            </a:r>
          </a:p>
        </p:txBody>
      </p:sp>
      <p:cxnSp>
        <p:nvCxnSpPr>
          <p:cNvPr id="104" name="">
            <a:extLst xmlns:a="http://schemas.openxmlformats.org/drawingml/2006/main">
              <a:ext uri="{FF2B5EF4-FFF2-40B4-BE49-F238E27FC236}">
                <a16:creationId xmlns:a16="http://schemas.microsoft.com/office/drawing/2014/main" id="{0C35D7AF-67AA-4073-B606-D2B86AF4F6FF}"/>
              </a:ext>
            </a:extLst>
          </p:cNvPr>
          <p:cNvCxnSpPr/>
          <p:nvPr/>
        </p:nvCxnSpPr>
        <p:spPr>
          <a:xfrm xmlns:a="http://schemas.openxmlformats.org/drawingml/2006/main">
            <a:off x="8162925" y="9391650"/>
            <a:ext cx="0" cy="22860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05" name="">
            <a:extLst xmlns:a="http://schemas.openxmlformats.org/drawingml/2006/main">
              <a:ext uri="{FF2B5EF4-FFF2-40B4-BE49-F238E27FC236}">
                <a16:creationId xmlns:a16="http://schemas.microsoft.com/office/drawing/2014/main" id="{50489D48-2278-425C-94C7-67D23DF1847B}"/>
              </a:ext>
            </a:extLst>
          </p:cNvPr>
          <p:cNvSpPr>
            <a:spLocks xmlns:a="http://schemas.openxmlformats.org/drawingml/2006/main" noGrp="1"/>
          </p:cNvSpPr>
          <p:nvPr/>
        </p:nvSpPr>
        <p:spPr>
          <a:xfrm xmlns:a="http://schemas.openxmlformats.org/drawingml/2006/main">
            <a:off x="9467850" y="6819900"/>
            <a:ext cx="2343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06" name="">
            <a:extLst xmlns:a="http://schemas.openxmlformats.org/drawingml/2006/main">
              <a:ext uri="{FF2B5EF4-FFF2-40B4-BE49-F238E27FC236}">
                <a16:creationId xmlns:a16="http://schemas.microsoft.com/office/drawing/2014/main" id="{A987B32B-73D2-4409-852E-790C07E4FA65}"/>
              </a:ext>
            </a:extLst>
          </p:cNvPr>
          <p:cNvPicPr>
            <a:picLocks xmlns:a="http://schemas.openxmlformats.org/drawingml/2006/main" noChangeAspect="1"/>
          </p:cNvPicPr>
          <p:nvPr/>
        </p:nvPicPr>
        <p:blipFill>
          <a:blip xmlns:r="http://schemas.openxmlformats.org/officeDocument/2006/relationships" xmlns:a="http://schemas.openxmlformats.org/drawingml/2006/main" r:embed="R02c090457e764ced"/>
          <a:stretch xmlns:a="http://schemas.openxmlformats.org/drawingml/2006/main"/>
        </p:blipFill>
        <p:spPr>
          <a:xfrm xmlns:a="http://schemas.openxmlformats.org/drawingml/2006/main">
            <a:off x="9572625" y="7000875"/>
            <a:ext cx="257175" cy="257175"/>
          </a:xfrm>
          <a:prstGeom xmlns:a="http://schemas.openxmlformats.org/drawingml/2006/main" prst="rect">
            <a:avLst/>
          </a:prstGeom>
        </p:spPr>
      </p:pic>
      <p:sp>
        <p:nvSpPr>
          <p:cNvPr id="107" name="Image deepfake detection">
            <a:extLst xmlns:a="http://schemas.openxmlformats.org/drawingml/2006/main">
              <a:ext uri="{FF2B5EF4-FFF2-40B4-BE49-F238E27FC236}">
                <a16:creationId xmlns:a16="http://schemas.microsoft.com/office/drawing/2014/main" id="{57DFC90B-334B-4FD8-8198-E69CFE5CA62E}"/>
              </a:ext>
            </a:extLst>
          </p:cNvPr>
          <p:cNvSpPr>
            <a:spLocks xmlns:a="http://schemas.openxmlformats.org/drawingml/2006/main" noGrp="1"/>
          </p:cNvSpPr>
          <p:nvPr/>
        </p:nvSpPr>
        <p:spPr>
          <a:xfrm xmlns:a="http://schemas.openxmlformats.org/drawingml/2006/main">
            <a:off x="9896475" y="6924675"/>
            <a:ext cx="1838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Image deepfake</a:t>
            </a:r>
          </a:p>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detection</a:t>
            </a:r>
          </a:p>
        </p:txBody>
      </p:sp>
      <p:cxnSp>
        <p:nvCxnSpPr>
          <p:cNvPr id="108" name="">
            <a:extLst xmlns:a="http://schemas.openxmlformats.org/drawingml/2006/main">
              <a:ext uri="{FF2B5EF4-FFF2-40B4-BE49-F238E27FC236}">
                <a16:creationId xmlns:a16="http://schemas.microsoft.com/office/drawing/2014/main" id="{18E1E6A5-D771-4156-903C-716C3B3CA9CC}"/>
              </a:ext>
            </a:extLst>
          </p:cNvPr>
          <p:cNvCxnSpPr/>
          <p:nvPr/>
        </p:nvCxnSpPr>
        <p:spPr>
          <a:xfrm xmlns:a="http://schemas.openxmlformats.org/drawingml/2006/main">
            <a:off x="9563100" y="7467600"/>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09" name="ViT classifier ELA / FFT / noise EfficientNet-B0 Supporting Grad-CAM Evidence fusion">
            <a:extLst xmlns:a="http://schemas.openxmlformats.org/drawingml/2006/main">
              <a:ext uri="{FF2B5EF4-FFF2-40B4-BE49-F238E27FC236}">
                <a16:creationId xmlns:a16="http://schemas.microsoft.com/office/drawing/2014/main" id="{9B410DC7-9C2D-4B8C-8316-9FA4FE6D1596}"/>
              </a:ext>
            </a:extLst>
          </p:cNvPr>
          <p:cNvSpPr>
            <a:spLocks xmlns:a="http://schemas.openxmlformats.org/drawingml/2006/main" noGrp="1"/>
          </p:cNvSpPr>
          <p:nvPr/>
        </p:nvSpPr>
        <p:spPr>
          <a:xfrm xmlns:a="http://schemas.openxmlformats.org/drawingml/2006/main">
            <a:off x="9544050" y="7572375"/>
            <a:ext cx="2190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Arial"/>
                <a:ea typeface="Arial"/>
                <a:cs typeface="Arial"/>
              </a:defRPr>
            </a:defPPr>
            <a:lvl1pPr algn="ctr">
              <a:defRPr sz="1650" b="0">
                <a:solidFill>
                  <a:srgbClr val="000000"/>
                </a:solidFill>
                <a:latin typeface="Arial"/>
                <a:ea typeface="Arial"/>
                <a:cs typeface="Arial"/>
              </a:defRPr>
            </a:lvl1pPr>
            <a:lvl2pPr algn="ctr">
              <a:defRPr sz="1650" b="0">
                <a:solidFill>
                  <a:srgbClr val="000000"/>
                </a:solidFill>
                <a:latin typeface="Arial"/>
                <a:ea typeface="Arial"/>
                <a:cs typeface="Arial"/>
              </a:defRPr>
            </a:lvl2pPr>
            <a:lvl3pPr algn="ctr">
              <a:defRPr sz="1650" b="0">
                <a:solidFill>
                  <a:srgbClr val="000000"/>
                </a:solidFill>
                <a:latin typeface="Arial"/>
                <a:ea typeface="Arial"/>
                <a:cs typeface="Arial"/>
              </a:defRPr>
            </a:lvl3pPr>
            <a:lvl4pPr algn="ctr">
              <a:defRPr sz="1650" b="0">
                <a:solidFill>
                  <a:srgbClr val="000000"/>
                </a:solidFill>
                <a:latin typeface="Arial"/>
                <a:ea typeface="Arial"/>
                <a:cs typeface="Arial"/>
              </a:defRPr>
            </a:lvl4pPr>
            <a:lvl5pPr algn="ctr">
              <a:defRPr sz="1650" b="0">
                <a:solidFill>
                  <a:srgbClr val="000000"/>
                </a:solidFill>
                <a:latin typeface="Arial"/>
                <a:ea typeface="Arial"/>
                <a:cs typeface="Arial"/>
              </a:defRPr>
            </a:lvl5pPr>
            <a:lvl6pPr algn="ctr">
              <a:defRPr sz="1650" b="0">
                <a:solidFill>
                  <a:srgbClr val="000000"/>
                </a:solidFill>
                <a:latin typeface="Arial"/>
                <a:ea typeface="Arial"/>
                <a:cs typeface="Arial"/>
              </a:defRPr>
            </a:lvl6pPr>
            <a:lvl7pPr algn="ctr">
              <a:defRPr sz="1650" b="0">
                <a:solidFill>
                  <a:srgbClr val="000000"/>
                </a:solidFill>
                <a:latin typeface="Arial"/>
                <a:ea typeface="Arial"/>
                <a:cs typeface="Arial"/>
              </a:defRPr>
            </a:lvl7pPr>
            <a:lvl8pPr algn="ctr">
              <a:defRPr sz="1650" b="0">
                <a:solidFill>
                  <a:srgbClr val="000000"/>
                </a:solidFill>
                <a:latin typeface="Arial"/>
                <a:ea typeface="Arial"/>
                <a:cs typeface="Arial"/>
              </a:defRPr>
            </a:lvl8pPr>
            <a:lvl9pPr algn="ctr">
              <a:defRPr sz="1650" b="0">
                <a:solidFill>
                  <a:srgbClr val="000000"/>
                </a:solidFill>
                <a:latin typeface="Arial"/>
                <a:ea typeface="Arial"/>
                <a:cs typeface="Arial"/>
              </a:defRPr>
            </a:lvl9pPr>
          </a:lstStyle>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ViT classifier</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ELA / FFT / noise</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EfficientNet-B0</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Supporting Grad-CAM</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Evidence fusion</a:t>
            </a:r>
          </a:p>
        </p:txBody>
      </p:sp>
      <p:cxnSp>
        <p:nvCxnSpPr>
          <p:cNvPr id="110" name="">
            <a:extLst xmlns:a="http://schemas.openxmlformats.org/drawingml/2006/main">
              <a:ext uri="{FF2B5EF4-FFF2-40B4-BE49-F238E27FC236}">
                <a16:creationId xmlns:a16="http://schemas.microsoft.com/office/drawing/2014/main" id="{1C68899A-ABEF-40BC-95AF-23FC18899E5E}"/>
              </a:ext>
            </a:extLst>
          </p:cNvPr>
          <p:cNvCxnSpPr/>
          <p:nvPr/>
        </p:nvCxnSpPr>
        <p:spPr>
          <a:xfrm xmlns:a="http://schemas.openxmlformats.org/drawingml/2006/main">
            <a:off x="9563100" y="9001125"/>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11" name="Image risk">
            <a:extLst xmlns:a="http://schemas.openxmlformats.org/drawingml/2006/main">
              <a:ext uri="{FF2B5EF4-FFF2-40B4-BE49-F238E27FC236}">
                <a16:creationId xmlns:a16="http://schemas.microsoft.com/office/drawing/2014/main" id="{C2279FA7-DBD4-4599-B9E3-E3D735C91EC4}"/>
              </a:ext>
            </a:extLst>
          </p:cNvPr>
          <p:cNvSpPr>
            <a:spLocks xmlns:a="http://schemas.openxmlformats.org/drawingml/2006/main" noGrp="1"/>
          </p:cNvSpPr>
          <p:nvPr/>
        </p:nvSpPr>
        <p:spPr>
          <a:xfrm xmlns:a="http://schemas.openxmlformats.org/drawingml/2006/main">
            <a:off x="9544050" y="90773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00000"/>
                </a:solidFill>
                <a:latin typeface="Arial"/>
                <a:ea typeface="Arial"/>
                <a:cs typeface="Arial"/>
              </a:defRPr>
            </a:defPPr>
            <a:lvl1pPr algn="ctr">
              <a:defRPr sz="1725" b="1">
                <a:solidFill>
                  <a:srgbClr val="000000"/>
                </a:solidFill>
                <a:latin typeface="Arial"/>
                <a:ea typeface="Arial"/>
                <a:cs typeface="Arial"/>
              </a:defRPr>
            </a:lvl1pPr>
            <a:lvl2pPr algn="ctr">
              <a:defRPr sz="1725" b="1">
                <a:solidFill>
                  <a:srgbClr val="000000"/>
                </a:solidFill>
                <a:latin typeface="Arial"/>
                <a:ea typeface="Arial"/>
                <a:cs typeface="Arial"/>
              </a:defRPr>
            </a:lvl2pPr>
            <a:lvl3pPr algn="ctr">
              <a:defRPr sz="1725" b="1">
                <a:solidFill>
                  <a:srgbClr val="000000"/>
                </a:solidFill>
                <a:latin typeface="Arial"/>
                <a:ea typeface="Arial"/>
                <a:cs typeface="Arial"/>
              </a:defRPr>
            </a:lvl3pPr>
            <a:lvl4pPr algn="ctr">
              <a:defRPr sz="1725" b="1">
                <a:solidFill>
                  <a:srgbClr val="000000"/>
                </a:solidFill>
                <a:latin typeface="Arial"/>
                <a:ea typeface="Arial"/>
                <a:cs typeface="Arial"/>
              </a:defRPr>
            </a:lvl4pPr>
            <a:lvl5pPr algn="ctr">
              <a:defRPr sz="1725" b="1">
                <a:solidFill>
                  <a:srgbClr val="000000"/>
                </a:solidFill>
                <a:latin typeface="Arial"/>
                <a:ea typeface="Arial"/>
                <a:cs typeface="Arial"/>
              </a:defRPr>
            </a:lvl5pPr>
            <a:lvl6pPr algn="ctr">
              <a:defRPr sz="1725" b="1">
                <a:solidFill>
                  <a:srgbClr val="000000"/>
                </a:solidFill>
                <a:latin typeface="Arial"/>
                <a:ea typeface="Arial"/>
                <a:cs typeface="Arial"/>
              </a:defRPr>
            </a:lvl6pPr>
            <a:lvl7pPr algn="ctr">
              <a:defRPr sz="1725" b="1">
                <a:solidFill>
                  <a:srgbClr val="000000"/>
                </a:solidFill>
                <a:latin typeface="Arial"/>
                <a:ea typeface="Arial"/>
                <a:cs typeface="Arial"/>
              </a:defRPr>
            </a:lvl7pPr>
            <a:lvl8pPr algn="ctr">
              <a:defRPr sz="1725" b="1">
                <a:solidFill>
                  <a:srgbClr val="000000"/>
                </a:solidFill>
                <a:latin typeface="Arial"/>
                <a:ea typeface="Arial"/>
                <a:cs typeface="Arial"/>
              </a:defRPr>
            </a:lvl8pPr>
            <a:lvl9pPr algn="ctr">
              <a:defRPr sz="1725" b="1">
                <a:solidFill>
                  <a:srgbClr val="000000"/>
                </a:solidFill>
                <a:latin typeface="Arial"/>
                <a:ea typeface="Arial"/>
                <a:cs typeface="Arial"/>
              </a:defRPr>
            </a:lvl9pPr>
          </a:lstStyle>
          <a:p xmlns:a="http://schemas.openxmlformats.org/drawingml/2006/main">
            <a:pPr algn="ctr">
              <a:lnSpc>
                <a:spcPct val="103000"/>
              </a:lnSpc>
              <a:buNone/>
              <a:defRPr sz="1725" b="1">
                <a:solidFill>
                  <a:srgbClr val="000000"/>
                </a:solidFill>
                <a:latin typeface="Arial"/>
                <a:ea typeface="Arial"/>
                <a:cs typeface="Arial"/>
              </a:defRPr>
            </a:pPr>
            <a:r>
              <a:rPr sz="1725" b="1">
                <a:solidFill>
                  <a:srgbClr val="000000"/>
                </a:solidFill>
                <a:latin typeface="Arial"/>
                <a:ea typeface="Arial"/>
                <a:cs typeface="Arial"/>
              </a:rPr>
              <a:t>Image risk</a:t>
            </a:r>
          </a:p>
        </p:txBody>
      </p:sp>
      <p:cxnSp>
        <p:nvCxnSpPr>
          <p:cNvPr id="112" name="">
            <a:extLst xmlns:a="http://schemas.openxmlformats.org/drawingml/2006/main">
              <a:ext uri="{FF2B5EF4-FFF2-40B4-BE49-F238E27FC236}">
                <a16:creationId xmlns:a16="http://schemas.microsoft.com/office/drawing/2014/main" id="{94567E6E-2ABD-41E1-A527-F635F24A09D1}"/>
              </a:ext>
            </a:extLst>
          </p:cNvPr>
          <p:cNvCxnSpPr/>
          <p:nvPr/>
        </p:nvCxnSpPr>
        <p:spPr>
          <a:xfrm xmlns:a="http://schemas.openxmlformats.org/drawingml/2006/main">
            <a:off x="10639425" y="9391650"/>
            <a:ext cx="0" cy="22860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13" name="">
            <a:extLst xmlns:a="http://schemas.openxmlformats.org/drawingml/2006/main">
              <a:ext uri="{FF2B5EF4-FFF2-40B4-BE49-F238E27FC236}">
                <a16:creationId xmlns:a16="http://schemas.microsoft.com/office/drawing/2014/main" id="{79D823B9-7AF1-46BF-AC76-D31BA6E2FFEA}"/>
              </a:ext>
            </a:extLst>
          </p:cNvPr>
          <p:cNvSpPr>
            <a:spLocks xmlns:a="http://schemas.openxmlformats.org/drawingml/2006/main" noGrp="1"/>
          </p:cNvSpPr>
          <p:nvPr/>
        </p:nvSpPr>
        <p:spPr>
          <a:xfrm xmlns:a="http://schemas.openxmlformats.org/drawingml/2006/main">
            <a:off x="11944350" y="6819900"/>
            <a:ext cx="2343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14" name="">
            <a:extLst xmlns:a="http://schemas.openxmlformats.org/drawingml/2006/main">
              <a:ext uri="{FF2B5EF4-FFF2-40B4-BE49-F238E27FC236}">
                <a16:creationId xmlns:a16="http://schemas.microsoft.com/office/drawing/2014/main" id="{40A902F1-568D-495E-8A28-2EBD95726976}"/>
              </a:ext>
            </a:extLst>
          </p:cNvPr>
          <p:cNvPicPr>
            <a:picLocks xmlns:a="http://schemas.openxmlformats.org/drawingml/2006/main" noChangeAspect="1"/>
          </p:cNvPicPr>
          <p:nvPr/>
        </p:nvPicPr>
        <p:blipFill>
          <a:blip xmlns:r="http://schemas.openxmlformats.org/officeDocument/2006/relationships" xmlns:a="http://schemas.openxmlformats.org/drawingml/2006/main" r:embed="R435843baa97e4aa7"/>
          <a:stretch xmlns:a="http://schemas.openxmlformats.org/drawingml/2006/main"/>
        </p:blipFill>
        <p:spPr>
          <a:xfrm xmlns:a="http://schemas.openxmlformats.org/drawingml/2006/main">
            <a:off x="12049125" y="7000875"/>
            <a:ext cx="257175" cy="257175"/>
          </a:xfrm>
          <a:prstGeom xmlns:a="http://schemas.openxmlformats.org/drawingml/2006/main" prst="rect">
            <a:avLst/>
          </a:prstGeom>
        </p:spPr>
      </p:pic>
      <p:sp>
        <p:nvSpPr>
          <p:cNvPr id="115" name="Audio deepfake detection">
            <a:extLst xmlns:a="http://schemas.openxmlformats.org/drawingml/2006/main">
              <a:ext uri="{FF2B5EF4-FFF2-40B4-BE49-F238E27FC236}">
                <a16:creationId xmlns:a16="http://schemas.microsoft.com/office/drawing/2014/main" id="{05A2B843-7843-40A0-B7B3-72510F336E4E}"/>
              </a:ext>
            </a:extLst>
          </p:cNvPr>
          <p:cNvSpPr>
            <a:spLocks xmlns:a="http://schemas.openxmlformats.org/drawingml/2006/main" noGrp="1"/>
          </p:cNvSpPr>
          <p:nvPr/>
        </p:nvSpPr>
        <p:spPr>
          <a:xfrm xmlns:a="http://schemas.openxmlformats.org/drawingml/2006/main">
            <a:off x="12372975" y="6924675"/>
            <a:ext cx="1838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Audio deepfake</a:t>
            </a:r>
          </a:p>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detection</a:t>
            </a:r>
          </a:p>
        </p:txBody>
      </p:sp>
      <p:cxnSp>
        <p:nvCxnSpPr>
          <p:cNvPr id="116" name="">
            <a:extLst xmlns:a="http://schemas.openxmlformats.org/drawingml/2006/main">
              <a:ext uri="{FF2B5EF4-FFF2-40B4-BE49-F238E27FC236}">
                <a16:creationId xmlns:a16="http://schemas.microsoft.com/office/drawing/2014/main" id="{F11EC554-9B14-4522-BA1B-2E7FA0DDB1E0}"/>
              </a:ext>
            </a:extLst>
          </p:cNvPr>
          <p:cNvCxnSpPr/>
          <p:nvPr/>
        </p:nvCxnSpPr>
        <p:spPr>
          <a:xfrm xmlns:a="http://schemas.openxmlformats.org/drawingml/2006/main">
            <a:off x="12039600" y="7467600"/>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17" name="Wav2Vec2 MFCC / FFT features Voice / synthesis cues Audio evidence">
            <a:extLst xmlns:a="http://schemas.openxmlformats.org/drawingml/2006/main">
              <a:ext uri="{FF2B5EF4-FFF2-40B4-BE49-F238E27FC236}">
                <a16:creationId xmlns:a16="http://schemas.microsoft.com/office/drawing/2014/main" id="{5B97EBD6-5BF4-4E46-94FE-43C09797170B}"/>
              </a:ext>
            </a:extLst>
          </p:cNvPr>
          <p:cNvSpPr>
            <a:spLocks xmlns:a="http://schemas.openxmlformats.org/drawingml/2006/main" noGrp="1"/>
          </p:cNvSpPr>
          <p:nvPr/>
        </p:nvSpPr>
        <p:spPr>
          <a:xfrm xmlns:a="http://schemas.openxmlformats.org/drawingml/2006/main">
            <a:off x="12020550" y="7572375"/>
            <a:ext cx="2190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Arial"/>
                <a:ea typeface="Arial"/>
                <a:cs typeface="Arial"/>
              </a:defRPr>
            </a:defPPr>
            <a:lvl1pPr algn="ctr">
              <a:defRPr sz="1650" b="0">
                <a:solidFill>
                  <a:srgbClr val="000000"/>
                </a:solidFill>
                <a:latin typeface="Arial"/>
                <a:ea typeface="Arial"/>
                <a:cs typeface="Arial"/>
              </a:defRPr>
            </a:lvl1pPr>
            <a:lvl2pPr algn="ctr">
              <a:defRPr sz="1650" b="0">
                <a:solidFill>
                  <a:srgbClr val="000000"/>
                </a:solidFill>
                <a:latin typeface="Arial"/>
                <a:ea typeface="Arial"/>
                <a:cs typeface="Arial"/>
              </a:defRPr>
            </a:lvl2pPr>
            <a:lvl3pPr algn="ctr">
              <a:defRPr sz="1650" b="0">
                <a:solidFill>
                  <a:srgbClr val="000000"/>
                </a:solidFill>
                <a:latin typeface="Arial"/>
                <a:ea typeface="Arial"/>
                <a:cs typeface="Arial"/>
              </a:defRPr>
            </a:lvl3pPr>
            <a:lvl4pPr algn="ctr">
              <a:defRPr sz="1650" b="0">
                <a:solidFill>
                  <a:srgbClr val="000000"/>
                </a:solidFill>
                <a:latin typeface="Arial"/>
                <a:ea typeface="Arial"/>
                <a:cs typeface="Arial"/>
              </a:defRPr>
            </a:lvl4pPr>
            <a:lvl5pPr algn="ctr">
              <a:defRPr sz="1650" b="0">
                <a:solidFill>
                  <a:srgbClr val="000000"/>
                </a:solidFill>
                <a:latin typeface="Arial"/>
                <a:ea typeface="Arial"/>
                <a:cs typeface="Arial"/>
              </a:defRPr>
            </a:lvl5pPr>
            <a:lvl6pPr algn="ctr">
              <a:defRPr sz="1650" b="0">
                <a:solidFill>
                  <a:srgbClr val="000000"/>
                </a:solidFill>
                <a:latin typeface="Arial"/>
                <a:ea typeface="Arial"/>
                <a:cs typeface="Arial"/>
              </a:defRPr>
            </a:lvl6pPr>
            <a:lvl7pPr algn="ctr">
              <a:defRPr sz="1650" b="0">
                <a:solidFill>
                  <a:srgbClr val="000000"/>
                </a:solidFill>
                <a:latin typeface="Arial"/>
                <a:ea typeface="Arial"/>
                <a:cs typeface="Arial"/>
              </a:defRPr>
            </a:lvl7pPr>
            <a:lvl8pPr algn="ctr">
              <a:defRPr sz="1650" b="0">
                <a:solidFill>
                  <a:srgbClr val="000000"/>
                </a:solidFill>
                <a:latin typeface="Arial"/>
                <a:ea typeface="Arial"/>
                <a:cs typeface="Arial"/>
              </a:defRPr>
            </a:lvl8pPr>
            <a:lvl9pPr algn="ctr">
              <a:defRPr sz="1650" b="0">
                <a:solidFill>
                  <a:srgbClr val="000000"/>
                </a:solidFill>
                <a:latin typeface="Arial"/>
                <a:ea typeface="Arial"/>
                <a:cs typeface="Arial"/>
              </a:defRPr>
            </a:lvl9pPr>
          </a:lstStyle>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Wav2Vec2</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MFCC / FFT features</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Voice / synthesis cues</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Audio evidence</a:t>
            </a:r>
          </a:p>
        </p:txBody>
      </p:sp>
      <p:cxnSp>
        <p:nvCxnSpPr>
          <p:cNvPr id="118" name="">
            <a:extLst xmlns:a="http://schemas.openxmlformats.org/drawingml/2006/main">
              <a:ext uri="{FF2B5EF4-FFF2-40B4-BE49-F238E27FC236}">
                <a16:creationId xmlns:a16="http://schemas.microsoft.com/office/drawing/2014/main" id="{A815F191-9142-4A2A-8822-103D24DC879D}"/>
              </a:ext>
            </a:extLst>
          </p:cNvPr>
          <p:cNvCxnSpPr/>
          <p:nvPr/>
        </p:nvCxnSpPr>
        <p:spPr>
          <a:xfrm xmlns:a="http://schemas.openxmlformats.org/drawingml/2006/main">
            <a:off x="12039600" y="9001125"/>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19" name="Audio risk">
            <a:extLst xmlns:a="http://schemas.openxmlformats.org/drawingml/2006/main">
              <a:ext uri="{FF2B5EF4-FFF2-40B4-BE49-F238E27FC236}">
                <a16:creationId xmlns:a16="http://schemas.microsoft.com/office/drawing/2014/main" id="{B4AD77F4-D7BA-4D8D-9706-6616F85D68C3}"/>
              </a:ext>
            </a:extLst>
          </p:cNvPr>
          <p:cNvSpPr>
            <a:spLocks xmlns:a="http://schemas.openxmlformats.org/drawingml/2006/main" noGrp="1"/>
          </p:cNvSpPr>
          <p:nvPr/>
        </p:nvSpPr>
        <p:spPr>
          <a:xfrm xmlns:a="http://schemas.openxmlformats.org/drawingml/2006/main">
            <a:off x="12020550" y="90773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00000"/>
                </a:solidFill>
                <a:latin typeface="Arial"/>
                <a:ea typeface="Arial"/>
                <a:cs typeface="Arial"/>
              </a:defRPr>
            </a:defPPr>
            <a:lvl1pPr algn="ctr">
              <a:defRPr sz="1725" b="1">
                <a:solidFill>
                  <a:srgbClr val="000000"/>
                </a:solidFill>
                <a:latin typeface="Arial"/>
                <a:ea typeface="Arial"/>
                <a:cs typeface="Arial"/>
              </a:defRPr>
            </a:lvl1pPr>
            <a:lvl2pPr algn="ctr">
              <a:defRPr sz="1725" b="1">
                <a:solidFill>
                  <a:srgbClr val="000000"/>
                </a:solidFill>
                <a:latin typeface="Arial"/>
                <a:ea typeface="Arial"/>
                <a:cs typeface="Arial"/>
              </a:defRPr>
            </a:lvl2pPr>
            <a:lvl3pPr algn="ctr">
              <a:defRPr sz="1725" b="1">
                <a:solidFill>
                  <a:srgbClr val="000000"/>
                </a:solidFill>
                <a:latin typeface="Arial"/>
                <a:ea typeface="Arial"/>
                <a:cs typeface="Arial"/>
              </a:defRPr>
            </a:lvl3pPr>
            <a:lvl4pPr algn="ctr">
              <a:defRPr sz="1725" b="1">
                <a:solidFill>
                  <a:srgbClr val="000000"/>
                </a:solidFill>
                <a:latin typeface="Arial"/>
                <a:ea typeface="Arial"/>
                <a:cs typeface="Arial"/>
              </a:defRPr>
            </a:lvl4pPr>
            <a:lvl5pPr algn="ctr">
              <a:defRPr sz="1725" b="1">
                <a:solidFill>
                  <a:srgbClr val="000000"/>
                </a:solidFill>
                <a:latin typeface="Arial"/>
                <a:ea typeface="Arial"/>
                <a:cs typeface="Arial"/>
              </a:defRPr>
            </a:lvl5pPr>
            <a:lvl6pPr algn="ctr">
              <a:defRPr sz="1725" b="1">
                <a:solidFill>
                  <a:srgbClr val="000000"/>
                </a:solidFill>
                <a:latin typeface="Arial"/>
                <a:ea typeface="Arial"/>
                <a:cs typeface="Arial"/>
              </a:defRPr>
            </a:lvl6pPr>
            <a:lvl7pPr algn="ctr">
              <a:defRPr sz="1725" b="1">
                <a:solidFill>
                  <a:srgbClr val="000000"/>
                </a:solidFill>
                <a:latin typeface="Arial"/>
                <a:ea typeface="Arial"/>
                <a:cs typeface="Arial"/>
              </a:defRPr>
            </a:lvl7pPr>
            <a:lvl8pPr algn="ctr">
              <a:defRPr sz="1725" b="1">
                <a:solidFill>
                  <a:srgbClr val="000000"/>
                </a:solidFill>
                <a:latin typeface="Arial"/>
                <a:ea typeface="Arial"/>
                <a:cs typeface="Arial"/>
              </a:defRPr>
            </a:lvl8pPr>
            <a:lvl9pPr algn="ctr">
              <a:defRPr sz="1725" b="1">
                <a:solidFill>
                  <a:srgbClr val="000000"/>
                </a:solidFill>
                <a:latin typeface="Arial"/>
                <a:ea typeface="Arial"/>
                <a:cs typeface="Arial"/>
              </a:defRPr>
            </a:lvl9pPr>
          </a:lstStyle>
          <a:p xmlns:a="http://schemas.openxmlformats.org/drawingml/2006/main">
            <a:pPr algn="ctr">
              <a:lnSpc>
                <a:spcPct val="103000"/>
              </a:lnSpc>
              <a:buNone/>
              <a:defRPr sz="1725" b="1">
                <a:solidFill>
                  <a:srgbClr val="000000"/>
                </a:solidFill>
                <a:latin typeface="Arial"/>
                <a:ea typeface="Arial"/>
                <a:cs typeface="Arial"/>
              </a:defRPr>
            </a:pPr>
            <a:r>
              <a:rPr sz="1725" b="1">
                <a:solidFill>
                  <a:srgbClr val="000000"/>
                </a:solidFill>
                <a:latin typeface="Arial"/>
                <a:ea typeface="Arial"/>
                <a:cs typeface="Arial"/>
              </a:rPr>
              <a:t>Audio risk</a:t>
            </a:r>
          </a:p>
        </p:txBody>
      </p:sp>
      <p:cxnSp>
        <p:nvCxnSpPr>
          <p:cNvPr id="120" name="">
            <a:extLst xmlns:a="http://schemas.openxmlformats.org/drawingml/2006/main">
              <a:ext uri="{FF2B5EF4-FFF2-40B4-BE49-F238E27FC236}">
                <a16:creationId xmlns:a16="http://schemas.microsoft.com/office/drawing/2014/main" id="{5B1CBB08-31A7-4950-A591-447FE96F7AE3}"/>
              </a:ext>
            </a:extLst>
          </p:cNvPr>
          <p:cNvCxnSpPr/>
          <p:nvPr/>
        </p:nvCxnSpPr>
        <p:spPr>
          <a:xfrm xmlns:a="http://schemas.openxmlformats.org/drawingml/2006/main">
            <a:off x="13115925" y="9391650"/>
            <a:ext cx="0" cy="22860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21" name="">
            <a:extLst xmlns:a="http://schemas.openxmlformats.org/drawingml/2006/main">
              <a:ext uri="{FF2B5EF4-FFF2-40B4-BE49-F238E27FC236}">
                <a16:creationId xmlns:a16="http://schemas.microsoft.com/office/drawing/2014/main" id="{5D086806-359A-4F51-A44D-8796F6762861}"/>
              </a:ext>
            </a:extLst>
          </p:cNvPr>
          <p:cNvSpPr>
            <a:spLocks xmlns:a="http://schemas.openxmlformats.org/drawingml/2006/main" noGrp="1"/>
          </p:cNvSpPr>
          <p:nvPr/>
        </p:nvSpPr>
        <p:spPr>
          <a:xfrm xmlns:a="http://schemas.openxmlformats.org/drawingml/2006/main">
            <a:off x="14420850" y="6819900"/>
            <a:ext cx="23431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22" name="">
            <a:extLst xmlns:a="http://schemas.openxmlformats.org/drawingml/2006/main">
              <a:ext uri="{FF2B5EF4-FFF2-40B4-BE49-F238E27FC236}">
                <a16:creationId xmlns:a16="http://schemas.microsoft.com/office/drawing/2014/main" id="{DCE547A3-A815-4B4E-882C-43845031C7BE}"/>
              </a:ext>
            </a:extLst>
          </p:cNvPr>
          <p:cNvPicPr>
            <a:picLocks xmlns:a="http://schemas.openxmlformats.org/drawingml/2006/main" noChangeAspect="1"/>
          </p:cNvPicPr>
          <p:nvPr/>
        </p:nvPicPr>
        <p:blipFill>
          <a:blip xmlns:r="http://schemas.openxmlformats.org/officeDocument/2006/relationships" xmlns:a="http://schemas.openxmlformats.org/drawingml/2006/main" r:embed="R9afa5b032247461e"/>
          <a:stretch xmlns:a="http://schemas.openxmlformats.org/drawingml/2006/main"/>
        </p:blipFill>
        <p:spPr>
          <a:xfrm xmlns:a="http://schemas.openxmlformats.org/drawingml/2006/main">
            <a:off x="14525625" y="7000875"/>
            <a:ext cx="257175" cy="257175"/>
          </a:xfrm>
          <a:prstGeom xmlns:a="http://schemas.openxmlformats.org/drawingml/2006/main" prst="rect">
            <a:avLst/>
          </a:prstGeom>
        </p:spPr>
      </p:pic>
      <p:sp>
        <p:nvSpPr>
          <p:cNvPr id="123" name="Video deepfake detection">
            <a:extLst xmlns:a="http://schemas.openxmlformats.org/drawingml/2006/main">
              <a:ext uri="{FF2B5EF4-FFF2-40B4-BE49-F238E27FC236}">
                <a16:creationId xmlns:a16="http://schemas.microsoft.com/office/drawing/2014/main" id="{0FC8584F-2868-4DA0-BD74-6750C1AD4B9C}"/>
              </a:ext>
            </a:extLst>
          </p:cNvPr>
          <p:cNvSpPr>
            <a:spLocks xmlns:a="http://schemas.openxmlformats.org/drawingml/2006/main" noGrp="1"/>
          </p:cNvSpPr>
          <p:nvPr/>
        </p:nvSpPr>
        <p:spPr>
          <a:xfrm xmlns:a="http://schemas.openxmlformats.org/drawingml/2006/main">
            <a:off x="14849475" y="6924675"/>
            <a:ext cx="1838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Video deepfake</a:t>
            </a:r>
          </a:p>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detection</a:t>
            </a:r>
          </a:p>
        </p:txBody>
      </p:sp>
      <p:cxnSp>
        <p:nvCxnSpPr>
          <p:cNvPr id="124" name="">
            <a:extLst xmlns:a="http://schemas.openxmlformats.org/drawingml/2006/main">
              <a:ext uri="{FF2B5EF4-FFF2-40B4-BE49-F238E27FC236}">
                <a16:creationId xmlns:a16="http://schemas.microsoft.com/office/drawing/2014/main" id="{1E4045E9-0340-4C7C-BD6B-1033FD38E184}"/>
              </a:ext>
            </a:extLst>
          </p:cNvPr>
          <p:cNvCxnSpPr/>
          <p:nvPr/>
        </p:nvCxnSpPr>
        <p:spPr>
          <a:xfrm xmlns:a="http://schemas.openxmlformats.org/drawingml/2006/main">
            <a:off x="14516100" y="7467600"/>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25" name="Frames / face tracks ResNeXt + LSTM Parallel rPPG branch Signal-quality checks Evidence fu">
            <a:extLst xmlns:a="http://schemas.openxmlformats.org/drawingml/2006/main">
              <a:ext uri="{FF2B5EF4-FFF2-40B4-BE49-F238E27FC236}">
                <a16:creationId xmlns:a16="http://schemas.microsoft.com/office/drawing/2014/main" id="{0E191F14-4AD0-451D-85AF-56D1F0CC3C8B}"/>
              </a:ext>
            </a:extLst>
          </p:cNvPr>
          <p:cNvSpPr>
            <a:spLocks xmlns:a="http://schemas.openxmlformats.org/drawingml/2006/main" noGrp="1"/>
          </p:cNvSpPr>
          <p:nvPr/>
        </p:nvSpPr>
        <p:spPr>
          <a:xfrm xmlns:a="http://schemas.openxmlformats.org/drawingml/2006/main">
            <a:off x="14497050" y="7572375"/>
            <a:ext cx="2190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Arial"/>
                <a:ea typeface="Arial"/>
                <a:cs typeface="Arial"/>
              </a:defRPr>
            </a:defPPr>
            <a:lvl1pPr algn="ctr">
              <a:defRPr sz="1650" b="0">
                <a:solidFill>
                  <a:srgbClr val="000000"/>
                </a:solidFill>
                <a:latin typeface="Arial"/>
                <a:ea typeface="Arial"/>
                <a:cs typeface="Arial"/>
              </a:defRPr>
            </a:lvl1pPr>
            <a:lvl2pPr algn="ctr">
              <a:defRPr sz="1650" b="0">
                <a:solidFill>
                  <a:srgbClr val="000000"/>
                </a:solidFill>
                <a:latin typeface="Arial"/>
                <a:ea typeface="Arial"/>
                <a:cs typeface="Arial"/>
              </a:defRPr>
            </a:lvl2pPr>
            <a:lvl3pPr algn="ctr">
              <a:defRPr sz="1650" b="0">
                <a:solidFill>
                  <a:srgbClr val="000000"/>
                </a:solidFill>
                <a:latin typeface="Arial"/>
                <a:ea typeface="Arial"/>
                <a:cs typeface="Arial"/>
              </a:defRPr>
            </a:lvl3pPr>
            <a:lvl4pPr algn="ctr">
              <a:defRPr sz="1650" b="0">
                <a:solidFill>
                  <a:srgbClr val="000000"/>
                </a:solidFill>
                <a:latin typeface="Arial"/>
                <a:ea typeface="Arial"/>
                <a:cs typeface="Arial"/>
              </a:defRPr>
            </a:lvl4pPr>
            <a:lvl5pPr algn="ctr">
              <a:defRPr sz="1650" b="0">
                <a:solidFill>
                  <a:srgbClr val="000000"/>
                </a:solidFill>
                <a:latin typeface="Arial"/>
                <a:ea typeface="Arial"/>
                <a:cs typeface="Arial"/>
              </a:defRPr>
            </a:lvl5pPr>
            <a:lvl6pPr algn="ctr">
              <a:defRPr sz="1650" b="0">
                <a:solidFill>
                  <a:srgbClr val="000000"/>
                </a:solidFill>
                <a:latin typeface="Arial"/>
                <a:ea typeface="Arial"/>
                <a:cs typeface="Arial"/>
              </a:defRPr>
            </a:lvl6pPr>
            <a:lvl7pPr algn="ctr">
              <a:defRPr sz="1650" b="0">
                <a:solidFill>
                  <a:srgbClr val="000000"/>
                </a:solidFill>
                <a:latin typeface="Arial"/>
                <a:ea typeface="Arial"/>
                <a:cs typeface="Arial"/>
              </a:defRPr>
            </a:lvl7pPr>
            <a:lvl8pPr algn="ctr">
              <a:defRPr sz="1650" b="0">
                <a:solidFill>
                  <a:srgbClr val="000000"/>
                </a:solidFill>
                <a:latin typeface="Arial"/>
                <a:ea typeface="Arial"/>
                <a:cs typeface="Arial"/>
              </a:defRPr>
            </a:lvl8pPr>
            <a:lvl9pPr algn="ctr">
              <a:defRPr sz="1650" b="0">
                <a:solidFill>
                  <a:srgbClr val="000000"/>
                </a:solidFill>
                <a:latin typeface="Arial"/>
                <a:ea typeface="Arial"/>
                <a:cs typeface="Arial"/>
              </a:defRPr>
            </a:lvl9pPr>
          </a:lstStyle>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Frames / face tracks</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ResNeXt + LSTM</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Parallel rPPG branch</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Signal-quality checks</a:t>
            </a:r>
          </a:p>
          <a:p xmlns:a="http://schemas.openxmlformats.org/drawingml/2006/main">
            <a:pPr algn="ctr">
              <a:lnSpc>
                <a:spcPct val="103000"/>
              </a:lnSpc>
              <a:buNone/>
              <a:defRPr sz="1650" b="0">
                <a:solidFill>
                  <a:srgbClr val="000000"/>
                </a:solidFill>
                <a:latin typeface="Arial"/>
                <a:ea typeface="Arial"/>
                <a:cs typeface="Arial"/>
              </a:defRPr>
            </a:pPr>
            <a:r>
              <a:rPr sz="1650" b="0">
                <a:solidFill>
                  <a:srgbClr val="000000"/>
                </a:solidFill>
                <a:latin typeface="Arial"/>
                <a:ea typeface="Arial"/>
                <a:cs typeface="Arial"/>
              </a:rPr>
              <a:t>Evidence fusion</a:t>
            </a:r>
          </a:p>
        </p:txBody>
      </p:sp>
      <p:cxnSp>
        <p:nvCxnSpPr>
          <p:cNvPr id="126" name="">
            <a:extLst xmlns:a="http://schemas.openxmlformats.org/drawingml/2006/main">
              <a:ext uri="{FF2B5EF4-FFF2-40B4-BE49-F238E27FC236}">
                <a16:creationId xmlns:a16="http://schemas.microsoft.com/office/drawing/2014/main" id="{6D1022CC-032C-427A-9A70-8E13CDE4806F}"/>
              </a:ext>
            </a:extLst>
          </p:cNvPr>
          <p:cNvCxnSpPr/>
          <p:nvPr/>
        </p:nvCxnSpPr>
        <p:spPr>
          <a:xfrm xmlns:a="http://schemas.openxmlformats.org/drawingml/2006/main">
            <a:off x="14516100" y="9001125"/>
            <a:ext cx="215265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sp>
        <p:nvSpPr>
          <p:cNvPr id="127" name="Video risk">
            <a:extLst xmlns:a="http://schemas.openxmlformats.org/drawingml/2006/main">
              <a:ext uri="{FF2B5EF4-FFF2-40B4-BE49-F238E27FC236}">
                <a16:creationId xmlns:a16="http://schemas.microsoft.com/office/drawing/2014/main" id="{D8E03AA0-B451-4EAA-9C35-7FB5F9E13DE2}"/>
              </a:ext>
            </a:extLst>
          </p:cNvPr>
          <p:cNvSpPr>
            <a:spLocks xmlns:a="http://schemas.openxmlformats.org/drawingml/2006/main" noGrp="1"/>
          </p:cNvSpPr>
          <p:nvPr/>
        </p:nvSpPr>
        <p:spPr>
          <a:xfrm xmlns:a="http://schemas.openxmlformats.org/drawingml/2006/main">
            <a:off x="14497050" y="90773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00000"/>
                </a:solidFill>
                <a:latin typeface="Arial"/>
                <a:ea typeface="Arial"/>
                <a:cs typeface="Arial"/>
              </a:defRPr>
            </a:defPPr>
            <a:lvl1pPr algn="ctr">
              <a:defRPr sz="1725" b="1">
                <a:solidFill>
                  <a:srgbClr val="000000"/>
                </a:solidFill>
                <a:latin typeface="Arial"/>
                <a:ea typeface="Arial"/>
                <a:cs typeface="Arial"/>
              </a:defRPr>
            </a:lvl1pPr>
            <a:lvl2pPr algn="ctr">
              <a:defRPr sz="1725" b="1">
                <a:solidFill>
                  <a:srgbClr val="000000"/>
                </a:solidFill>
                <a:latin typeface="Arial"/>
                <a:ea typeface="Arial"/>
                <a:cs typeface="Arial"/>
              </a:defRPr>
            </a:lvl2pPr>
            <a:lvl3pPr algn="ctr">
              <a:defRPr sz="1725" b="1">
                <a:solidFill>
                  <a:srgbClr val="000000"/>
                </a:solidFill>
                <a:latin typeface="Arial"/>
                <a:ea typeface="Arial"/>
                <a:cs typeface="Arial"/>
              </a:defRPr>
            </a:lvl3pPr>
            <a:lvl4pPr algn="ctr">
              <a:defRPr sz="1725" b="1">
                <a:solidFill>
                  <a:srgbClr val="000000"/>
                </a:solidFill>
                <a:latin typeface="Arial"/>
                <a:ea typeface="Arial"/>
                <a:cs typeface="Arial"/>
              </a:defRPr>
            </a:lvl4pPr>
            <a:lvl5pPr algn="ctr">
              <a:defRPr sz="1725" b="1">
                <a:solidFill>
                  <a:srgbClr val="000000"/>
                </a:solidFill>
                <a:latin typeface="Arial"/>
                <a:ea typeface="Arial"/>
                <a:cs typeface="Arial"/>
              </a:defRPr>
            </a:lvl5pPr>
            <a:lvl6pPr algn="ctr">
              <a:defRPr sz="1725" b="1">
                <a:solidFill>
                  <a:srgbClr val="000000"/>
                </a:solidFill>
                <a:latin typeface="Arial"/>
                <a:ea typeface="Arial"/>
                <a:cs typeface="Arial"/>
              </a:defRPr>
            </a:lvl6pPr>
            <a:lvl7pPr algn="ctr">
              <a:defRPr sz="1725" b="1">
                <a:solidFill>
                  <a:srgbClr val="000000"/>
                </a:solidFill>
                <a:latin typeface="Arial"/>
                <a:ea typeface="Arial"/>
                <a:cs typeface="Arial"/>
              </a:defRPr>
            </a:lvl7pPr>
            <a:lvl8pPr algn="ctr">
              <a:defRPr sz="1725" b="1">
                <a:solidFill>
                  <a:srgbClr val="000000"/>
                </a:solidFill>
                <a:latin typeface="Arial"/>
                <a:ea typeface="Arial"/>
                <a:cs typeface="Arial"/>
              </a:defRPr>
            </a:lvl8pPr>
            <a:lvl9pPr algn="ctr">
              <a:defRPr sz="1725" b="1">
                <a:solidFill>
                  <a:srgbClr val="000000"/>
                </a:solidFill>
                <a:latin typeface="Arial"/>
                <a:ea typeface="Arial"/>
                <a:cs typeface="Arial"/>
              </a:defRPr>
            </a:lvl9pPr>
          </a:lstStyle>
          <a:p xmlns:a="http://schemas.openxmlformats.org/drawingml/2006/main">
            <a:pPr algn="ctr">
              <a:lnSpc>
                <a:spcPct val="103000"/>
              </a:lnSpc>
              <a:buNone/>
              <a:defRPr sz="1725" b="1">
                <a:solidFill>
                  <a:srgbClr val="000000"/>
                </a:solidFill>
                <a:latin typeface="Arial"/>
                <a:ea typeface="Arial"/>
                <a:cs typeface="Arial"/>
              </a:defRPr>
            </a:pPr>
            <a:r>
              <a:rPr sz="1725" b="1">
                <a:solidFill>
                  <a:srgbClr val="000000"/>
                </a:solidFill>
                <a:latin typeface="Arial"/>
                <a:ea typeface="Arial"/>
                <a:cs typeface="Arial"/>
              </a:rPr>
              <a:t>Video risk</a:t>
            </a:r>
          </a:p>
        </p:txBody>
      </p:sp>
      <p:cxnSp>
        <p:nvCxnSpPr>
          <p:cNvPr id="128" name="">
            <a:extLst xmlns:a="http://schemas.openxmlformats.org/drawingml/2006/main">
              <a:ext uri="{FF2B5EF4-FFF2-40B4-BE49-F238E27FC236}">
                <a16:creationId xmlns:a16="http://schemas.microsoft.com/office/drawing/2014/main" id="{22685476-8842-4A7A-AC07-311E06763B5C}"/>
              </a:ext>
            </a:extLst>
          </p:cNvPr>
          <p:cNvCxnSpPr/>
          <p:nvPr/>
        </p:nvCxnSpPr>
        <p:spPr>
          <a:xfrm xmlns:a="http://schemas.openxmlformats.org/drawingml/2006/main">
            <a:off x="15592425" y="9391650"/>
            <a:ext cx="0" cy="22860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129" name="">
            <a:extLst xmlns:a="http://schemas.openxmlformats.org/drawingml/2006/main">
              <a:ext uri="{FF2B5EF4-FFF2-40B4-BE49-F238E27FC236}">
                <a16:creationId xmlns:a16="http://schemas.microsoft.com/office/drawing/2014/main" id="{25336552-96FA-429B-8B6E-2EC8D999E0E0}"/>
              </a:ext>
            </a:extLst>
          </p:cNvPr>
          <p:cNvCxnSpPr/>
          <p:nvPr/>
        </p:nvCxnSpPr>
        <p:spPr>
          <a:xfrm xmlns:a="http://schemas.openxmlformats.org/drawingml/2006/main">
            <a:off x="3209925" y="9620250"/>
            <a:ext cx="12382500" cy="0"/>
          </a:xfrm>
          <a:prstGeom xmlns:a="http://schemas.openxmlformats.org/drawingml/2006/main" prst="straightConnector1">
            <a:avLst/>
          </a:prstGeom>
          <a:ln xmlns:a="http://schemas.openxmlformats.org/drawingml/2006/main" w="9525">
            <a:solidFill>
              <a:srgbClr val="000000"/>
            </a:solidFill>
            <a:prstDash val="solid"/>
            <a:headEnd type="none" w="sm" len="sm"/>
            <a:tailEnd type="none" w="sm" len="sm"/>
          </a:ln>
        </p:spPr>
      </p:cxnSp>
      <p:cxnSp>
        <p:nvCxnSpPr>
          <p:cNvPr id="130" name="">
            <a:extLst xmlns:a="http://schemas.openxmlformats.org/drawingml/2006/main">
              <a:ext uri="{FF2B5EF4-FFF2-40B4-BE49-F238E27FC236}">
                <a16:creationId xmlns:a16="http://schemas.microsoft.com/office/drawing/2014/main" id="{6087F933-26EE-4EE1-B256-5B8D070D39D0}"/>
              </a:ext>
            </a:extLst>
          </p:cNvPr>
          <p:cNvCxnSpPr/>
          <p:nvPr/>
        </p:nvCxnSpPr>
        <p:spPr>
          <a:xfrm xmlns:a="http://schemas.openxmlformats.org/drawingml/2006/main">
            <a:off x="9401175" y="9620250"/>
            <a:ext cx="0" cy="285750"/>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131" name="">
            <a:extLst xmlns:a="http://schemas.openxmlformats.org/drawingml/2006/main">
              <a:ext uri="{FF2B5EF4-FFF2-40B4-BE49-F238E27FC236}">
                <a16:creationId xmlns:a16="http://schemas.microsoft.com/office/drawing/2014/main" id="{F9AD687D-34C5-4C8F-A8E9-A947F5CC90DE}"/>
              </a:ext>
            </a:extLst>
          </p:cNvPr>
          <p:cNvSpPr>
            <a:spLocks xmlns:a="http://schemas.openxmlformats.org/drawingml/2006/main" noGrp="1"/>
          </p:cNvSpPr>
          <p:nvPr/>
        </p:nvSpPr>
        <p:spPr>
          <a:xfrm xmlns:a="http://schemas.openxmlformats.org/drawingml/2006/main">
            <a:off x="228600" y="9906000"/>
            <a:ext cx="15811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32" name="07">
            <a:extLst xmlns:a="http://schemas.openxmlformats.org/drawingml/2006/main">
              <a:ext uri="{FF2B5EF4-FFF2-40B4-BE49-F238E27FC236}">
                <a16:creationId xmlns:a16="http://schemas.microsoft.com/office/drawing/2014/main" id="{63B74592-DECE-408B-88DF-8CBC06CD093C}"/>
              </a:ext>
            </a:extLst>
          </p:cNvPr>
          <p:cNvSpPr>
            <a:spLocks xmlns:a="http://schemas.openxmlformats.org/drawingml/2006/main" noGrp="1"/>
          </p:cNvSpPr>
          <p:nvPr/>
        </p:nvSpPr>
        <p:spPr>
          <a:xfrm xmlns:a="http://schemas.openxmlformats.org/drawingml/2006/main">
            <a:off x="323850" y="99822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07</a:t>
            </a:r>
          </a:p>
        </p:txBody>
      </p:sp>
      <p:sp>
        <p:nvSpPr>
          <p:cNvPr id="133" name="ASSESSMENT &amp; EXPLANATION">
            <a:extLst xmlns:a="http://schemas.openxmlformats.org/drawingml/2006/main">
              <a:ext uri="{FF2B5EF4-FFF2-40B4-BE49-F238E27FC236}">
                <a16:creationId xmlns:a16="http://schemas.microsoft.com/office/drawing/2014/main" id="{877F838D-1BCB-447B-8B07-63D210D5F856}"/>
              </a:ext>
            </a:extLst>
          </p:cNvPr>
          <p:cNvSpPr>
            <a:spLocks xmlns:a="http://schemas.openxmlformats.org/drawingml/2006/main" noGrp="1"/>
          </p:cNvSpPr>
          <p:nvPr/>
        </p:nvSpPr>
        <p:spPr>
          <a:xfrm xmlns:a="http://schemas.openxmlformats.org/drawingml/2006/main">
            <a:off x="304800" y="10267950"/>
            <a:ext cx="142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ASSESSMENT &amp;</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EXPLANATION</a:t>
            </a:r>
          </a:p>
        </p:txBody>
      </p:sp>
      <p:sp>
        <p:nvSpPr>
          <p:cNvPr id="134" name="">
            <a:extLst xmlns:a="http://schemas.openxmlformats.org/drawingml/2006/main">
              <a:ext uri="{FF2B5EF4-FFF2-40B4-BE49-F238E27FC236}">
                <a16:creationId xmlns:a16="http://schemas.microsoft.com/office/drawing/2014/main" id="{09416E0A-4C75-490D-9889-73DE707789B5}"/>
              </a:ext>
            </a:extLst>
          </p:cNvPr>
          <p:cNvSpPr>
            <a:spLocks xmlns:a="http://schemas.openxmlformats.org/drawingml/2006/main" noGrp="1"/>
          </p:cNvSpPr>
          <p:nvPr/>
        </p:nvSpPr>
        <p:spPr>
          <a:xfrm xmlns:a="http://schemas.openxmlformats.org/drawingml/2006/main">
            <a:off x="2038350" y="9906000"/>
            <a:ext cx="147256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35" name="">
            <a:extLst xmlns:a="http://schemas.openxmlformats.org/drawingml/2006/main">
              <a:ext uri="{FF2B5EF4-FFF2-40B4-BE49-F238E27FC236}">
                <a16:creationId xmlns:a16="http://schemas.microsoft.com/office/drawing/2014/main" id="{A106859B-D59C-4758-A290-6B347A3BEF9A}"/>
              </a:ext>
            </a:extLst>
          </p:cNvPr>
          <p:cNvSpPr>
            <a:spLocks xmlns:a="http://schemas.openxmlformats.org/drawingml/2006/main" noGrp="1"/>
          </p:cNvSpPr>
          <p:nvPr/>
        </p:nvSpPr>
        <p:spPr>
          <a:xfrm xmlns:a="http://schemas.openxmlformats.org/drawingml/2006/main">
            <a:off x="2038350" y="9906000"/>
            <a:ext cx="48450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36" name="">
            <a:extLst xmlns:a="http://schemas.openxmlformats.org/drawingml/2006/main">
              <a:ext uri="{FF2B5EF4-FFF2-40B4-BE49-F238E27FC236}">
                <a16:creationId xmlns:a16="http://schemas.microsoft.com/office/drawing/2014/main" id="{C9E5B54D-A5DD-4101-A3F6-3587BECD5DFF}"/>
              </a:ext>
            </a:extLst>
          </p:cNvPr>
          <p:cNvPicPr>
            <a:picLocks xmlns:a="http://schemas.openxmlformats.org/drawingml/2006/main" noChangeAspect="1"/>
          </p:cNvPicPr>
          <p:nvPr/>
        </p:nvPicPr>
        <p:blipFill>
          <a:blip xmlns:r="http://schemas.openxmlformats.org/officeDocument/2006/relationships" xmlns:a="http://schemas.openxmlformats.org/drawingml/2006/main" r:embed="R5a3eeaec187249b6"/>
          <a:stretch xmlns:a="http://schemas.openxmlformats.org/drawingml/2006/main"/>
        </p:blipFill>
        <p:spPr>
          <a:xfrm xmlns:a="http://schemas.openxmlformats.org/drawingml/2006/main">
            <a:off x="2152650" y="10239375"/>
            <a:ext cx="285750" cy="285750"/>
          </a:xfrm>
          <a:prstGeom xmlns:a="http://schemas.openxmlformats.org/drawingml/2006/main" prst="rect">
            <a:avLst/>
          </a:prstGeom>
        </p:spPr>
      </p:pic>
      <p:sp>
        <p:nvSpPr>
          <p:cNvPr id="137" name="Result assessment Relevant scores and decision rules">
            <a:extLst xmlns:a="http://schemas.openxmlformats.org/drawingml/2006/main">
              <a:ext uri="{FF2B5EF4-FFF2-40B4-BE49-F238E27FC236}">
                <a16:creationId xmlns:a16="http://schemas.microsoft.com/office/drawing/2014/main" id="{143DA6EF-669B-4626-9D74-879B90F6210D}"/>
              </a:ext>
            </a:extLst>
          </p:cNvPr>
          <p:cNvSpPr>
            <a:spLocks xmlns:a="http://schemas.openxmlformats.org/drawingml/2006/main" noGrp="1"/>
          </p:cNvSpPr>
          <p:nvPr/>
        </p:nvSpPr>
        <p:spPr>
          <a:xfrm xmlns:a="http://schemas.openxmlformats.org/drawingml/2006/main">
            <a:off x="2514600" y="9972675"/>
            <a:ext cx="4292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000000"/>
                </a:solidFill>
                <a:latin typeface="Arial"/>
                <a:ea typeface="Arial"/>
                <a:cs typeface="Arial"/>
              </a:defRPr>
            </a:defPPr>
            <a:lvl1pPr algn="ctr">
              <a:defRPr sz="1725" b="0">
                <a:solidFill>
                  <a:srgbClr val="000000"/>
                </a:solidFill>
                <a:latin typeface="Arial"/>
                <a:ea typeface="Arial"/>
                <a:cs typeface="Arial"/>
              </a:defRPr>
            </a:lvl1pPr>
            <a:lvl2pPr algn="ctr">
              <a:defRPr sz="1725" b="0">
                <a:solidFill>
                  <a:srgbClr val="000000"/>
                </a:solidFill>
                <a:latin typeface="Arial"/>
                <a:ea typeface="Arial"/>
                <a:cs typeface="Arial"/>
              </a:defRPr>
            </a:lvl2pPr>
            <a:lvl3pPr algn="ctr">
              <a:defRPr sz="1725" b="0">
                <a:solidFill>
                  <a:srgbClr val="000000"/>
                </a:solidFill>
                <a:latin typeface="Arial"/>
                <a:ea typeface="Arial"/>
                <a:cs typeface="Arial"/>
              </a:defRPr>
            </a:lvl3pPr>
            <a:lvl4pPr algn="ctr">
              <a:defRPr sz="1725" b="0">
                <a:solidFill>
                  <a:srgbClr val="000000"/>
                </a:solidFill>
                <a:latin typeface="Arial"/>
                <a:ea typeface="Arial"/>
                <a:cs typeface="Arial"/>
              </a:defRPr>
            </a:lvl4pPr>
            <a:lvl5pPr algn="ctr">
              <a:defRPr sz="1725" b="0">
                <a:solidFill>
                  <a:srgbClr val="000000"/>
                </a:solidFill>
                <a:latin typeface="Arial"/>
                <a:ea typeface="Arial"/>
                <a:cs typeface="Arial"/>
              </a:defRPr>
            </a:lvl5pPr>
            <a:lvl6pPr algn="ctr">
              <a:defRPr sz="1725" b="0">
                <a:solidFill>
                  <a:srgbClr val="000000"/>
                </a:solidFill>
                <a:latin typeface="Arial"/>
                <a:ea typeface="Arial"/>
                <a:cs typeface="Arial"/>
              </a:defRPr>
            </a:lvl6pPr>
            <a:lvl7pPr algn="ctr">
              <a:defRPr sz="1725" b="0">
                <a:solidFill>
                  <a:srgbClr val="000000"/>
                </a:solidFill>
                <a:latin typeface="Arial"/>
                <a:ea typeface="Arial"/>
                <a:cs typeface="Arial"/>
              </a:defRPr>
            </a:lvl7pPr>
            <a:lvl8pPr algn="ctr">
              <a:defRPr sz="1725" b="0">
                <a:solidFill>
                  <a:srgbClr val="000000"/>
                </a:solidFill>
                <a:latin typeface="Arial"/>
                <a:ea typeface="Arial"/>
                <a:cs typeface="Arial"/>
              </a:defRPr>
            </a:lvl8pPr>
            <a:lvl9pPr algn="ctr">
              <a:defRPr sz="1725" b="0">
                <a:solidFill>
                  <a:srgbClr val="000000"/>
                </a:solidFill>
                <a:latin typeface="Arial"/>
                <a:ea typeface="Arial"/>
                <a:cs typeface="Arial"/>
              </a:defRPr>
            </a:lvl9pPr>
          </a:lstStyle>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Result assessment</a:t>
            </a:r>
          </a:p>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Relevant scores and decision rules</a:t>
            </a:r>
          </a:p>
        </p:txBody>
      </p:sp>
      <p:sp>
        <p:nvSpPr>
          <p:cNvPr id="138" name="">
            <a:extLst xmlns:a="http://schemas.openxmlformats.org/drawingml/2006/main">
              <a:ext uri="{FF2B5EF4-FFF2-40B4-BE49-F238E27FC236}">
                <a16:creationId xmlns:a16="http://schemas.microsoft.com/office/drawing/2014/main" id="{BCA74705-3107-46B3-96F7-24572B972DFC}"/>
              </a:ext>
            </a:extLst>
          </p:cNvPr>
          <p:cNvSpPr>
            <a:spLocks xmlns:a="http://schemas.openxmlformats.org/drawingml/2006/main" noGrp="1"/>
          </p:cNvSpPr>
          <p:nvPr/>
        </p:nvSpPr>
        <p:spPr>
          <a:xfrm xmlns:a="http://schemas.openxmlformats.org/drawingml/2006/main">
            <a:off x="6978650" y="9906000"/>
            <a:ext cx="48450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39" name="">
            <a:extLst xmlns:a="http://schemas.openxmlformats.org/drawingml/2006/main">
              <a:ext uri="{FF2B5EF4-FFF2-40B4-BE49-F238E27FC236}">
                <a16:creationId xmlns:a16="http://schemas.microsoft.com/office/drawing/2014/main" id="{016C1484-71AF-4F04-8BB5-685DA2CA615C}"/>
              </a:ext>
            </a:extLst>
          </p:cNvPr>
          <p:cNvPicPr>
            <a:picLocks xmlns:a="http://schemas.openxmlformats.org/drawingml/2006/main" noChangeAspect="1"/>
          </p:cNvPicPr>
          <p:nvPr/>
        </p:nvPicPr>
        <p:blipFill>
          <a:blip xmlns:r="http://schemas.openxmlformats.org/officeDocument/2006/relationships" xmlns:a="http://schemas.openxmlformats.org/drawingml/2006/main" r:embed="R0a1cb08977324e18"/>
          <a:stretch xmlns:a="http://schemas.openxmlformats.org/drawingml/2006/main"/>
        </p:blipFill>
        <p:spPr>
          <a:xfrm xmlns:a="http://schemas.openxmlformats.org/drawingml/2006/main">
            <a:off x="7092950" y="10239375"/>
            <a:ext cx="285750" cy="285750"/>
          </a:xfrm>
          <a:prstGeom xmlns:a="http://schemas.openxmlformats.org/drawingml/2006/main" prst="rect">
            <a:avLst/>
          </a:prstGeom>
        </p:spPr>
      </p:pic>
      <p:sp>
        <p:nvSpPr>
          <p:cNvPr id="140" name="Risk and decision Verdict, risk index and uncertainty">
            <a:extLst xmlns:a="http://schemas.openxmlformats.org/drawingml/2006/main">
              <a:ext uri="{FF2B5EF4-FFF2-40B4-BE49-F238E27FC236}">
                <a16:creationId xmlns:a16="http://schemas.microsoft.com/office/drawing/2014/main" id="{6415EFD2-BF72-4192-B6DC-1CC398F27992}"/>
              </a:ext>
            </a:extLst>
          </p:cNvPr>
          <p:cNvSpPr>
            <a:spLocks xmlns:a="http://schemas.openxmlformats.org/drawingml/2006/main" noGrp="1"/>
          </p:cNvSpPr>
          <p:nvPr/>
        </p:nvSpPr>
        <p:spPr>
          <a:xfrm xmlns:a="http://schemas.openxmlformats.org/drawingml/2006/main">
            <a:off x="7454900" y="9972675"/>
            <a:ext cx="4292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000000"/>
                </a:solidFill>
                <a:latin typeface="Arial"/>
                <a:ea typeface="Arial"/>
                <a:cs typeface="Arial"/>
              </a:defRPr>
            </a:defPPr>
            <a:lvl1pPr algn="ctr">
              <a:defRPr sz="1725" b="0">
                <a:solidFill>
                  <a:srgbClr val="000000"/>
                </a:solidFill>
                <a:latin typeface="Arial"/>
                <a:ea typeface="Arial"/>
                <a:cs typeface="Arial"/>
              </a:defRPr>
            </a:lvl1pPr>
            <a:lvl2pPr algn="ctr">
              <a:defRPr sz="1725" b="0">
                <a:solidFill>
                  <a:srgbClr val="000000"/>
                </a:solidFill>
                <a:latin typeface="Arial"/>
                <a:ea typeface="Arial"/>
                <a:cs typeface="Arial"/>
              </a:defRPr>
            </a:lvl2pPr>
            <a:lvl3pPr algn="ctr">
              <a:defRPr sz="1725" b="0">
                <a:solidFill>
                  <a:srgbClr val="000000"/>
                </a:solidFill>
                <a:latin typeface="Arial"/>
                <a:ea typeface="Arial"/>
                <a:cs typeface="Arial"/>
              </a:defRPr>
            </a:lvl3pPr>
            <a:lvl4pPr algn="ctr">
              <a:defRPr sz="1725" b="0">
                <a:solidFill>
                  <a:srgbClr val="000000"/>
                </a:solidFill>
                <a:latin typeface="Arial"/>
                <a:ea typeface="Arial"/>
                <a:cs typeface="Arial"/>
              </a:defRPr>
            </a:lvl4pPr>
            <a:lvl5pPr algn="ctr">
              <a:defRPr sz="1725" b="0">
                <a:solidFill>
                  <a:srgbClr val="000000"/>
                </a:solidFill>
                <a:latin typeface="Arial"/>
                <a:ea typeface="Arial"/>
                <a:cs typeface="Arial"/>
              </a:defRPr>
            </a:lvl5pPr>
            <a:lvl6pPr algn="ctr">
              <a:defRPr sz="1725" b="0">
                <a:solidFill>
                  <a:srgbClr val="000000"/>
                </a:solidFill>
                <a:latin typeface="Arial"/>
                <a:ea typeface="Arial"/>
                <a:cs typeface="Arial"/>
              </a:defRPr>
            </a:lvl6pPr>
            <a:lvl7pPr algn="ctr">
              <a:defRPr sz="1725" b="0">
                <a:solidFill>
                  <a:srgbClr val="000000"/>
                </a:solidFill>
                <a:latin typeface="Arial"/>
                <a:ea typeface="Arial"/>
                <a:cs typeface="Arial"/>
              </a:defRPr>
            </a:lvl7pPr>
            <a:lvl8pPr algn="ctr">
              <a:defRPr sz="1725" b="0">
                <a:solidFill>
                  <a:srgbClr val="000000"/>
                </a:solidFill>
                <a:latin typeface="Arial"/>
                <a:ea typeface="Arial"/>
                <a:cs typeface="Arial"/>
              </a:defRPr>
            </a:lvl8pPr>
            <a:lvl9pPr algn="ctr">
              <a:defRPr sz="1725" b="0">
                <a:solidFill>
                  <a:srgbClr val="000000"/>
                </a:solidFill>
                <a:latin typeface="Arial"/>
                <a:ea typeface="Arial"/>
                <a:cs typeface="Arial"/>
              </a:defRPr>
            </a:lvl9pPr>
          </a:lstStyle>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Risk and decision</a:t>
            </a:r>
          </a:p>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Verdict, risk index and uncertainty</a:t>
            </a:r>
          </a:p>
        </p:txBody>
      </p:sp>
      <p:sp>
        <p:nvSpPr>
          <p:cNvPr id="141" name="">
            <a:extLst xmlns:a="http://schemas.openxmlformats.org/drawingml/2006/main">
              <a:ext uri="{FF2B5EF4-FFF2-40B4-BE49-F238E27FC236}">
                <a16:creationId xmlns:a16="http://schemas.microsoft.com/office/drawing/2014/main" id="{1D7028EC-82D8-40A1-A209-A39623911925}"/>
              </a:ext>
            </a:extLst>
          </p:cNvPr>
          <p:cNvSpPr>
            <a:spLocks xmlns:a="http://schemas.openxmlformats.org/drawingml/2006/main" noGrp="1"/>
          </p:cNvSpPr>
          <p:nvPr/>
        </p:nvSpPr>
        <p:spPr>
          <a:xfrm xmlns:a="http://schemas.openxmlformats.org/drawingml/2006/main">
            <a:off x="11918950" y="9906000"/>
            <a:ext cx="48450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42" name="">
            <a:extLst xmlns:a="http://schemas.openxmlformats.org/drawingml/2006/main">
              <a:ext uri="{FF2B5EF4-FFF2-40B4-BE49-F238E27FC236}">
                <a16:creationId xmlns:a16="http://schemas.microsoft.com/office/drawing/2014/main" id="{21A29C39-DE83-4A97-9D82-0B8E2041E444}"/>
              </a:ext>
            </a:extLst>
          </p:cNvPr>
          <p:cNvPicPr>
            <a:picLocks xmlns:a="http://schemas.openxmlformats.org/drawingml/2006/main" noChangeAspect="1"/>
          </p:cNvPicPr>
          <p:nvPr/>
        </p:nvPicPr>
        <p:blipFill>
          <a:blip xmlns:r="http://schemas.openxmlformats.org/officeDocument/2006/relationships" xmlns:a="http://schemas.openxmlformats.org/drawingml/2006/main" r:embed="R67ad387c5aab48d1"/>
          <a:stretch xmlns:a="http://schemas.openxmlformats.org/drawingml/2006/main"/>
        </p:blipFill>
        <p:spPr>
          <a:xfrm xmlns:a="http://schemas.openxmlformats.org/drawingml/2006/main">
            <a:off x="12033250" y="10239375"/>
            <a:ext cx="285750" cy="285750"/>
          </a:xfrm>
          <a:prstGeom xmlns:a="http://schemas.openxmlformats.org/drawingml/2006/main" prst="rect">
            <a:avLst/>
          </a:prstGeom>
        </p:spPr>
      </p:pic>
      <p:sp>
        <p:nvSpPr>
          <p:cNvPr id="143" name="Evidence and coverage Reasons, highlights and missing checks">
            <a:extLst xmlns:a="http://schemas.openxmlformats.org/drawingml/2006/main">
              <a:ext uri="{FF2B5EF4-FFF2-40B4-BE49-F238E27FC236}">
                <a16:creationId xmlns:a16="http://schemas.microsoft.com/office/drawing/2014/main" id="{0F48AE6B-0A8B-48D3-87E5-E4A0FBE15019}"/>
              </a:ext>
            </a:extLst>
          </p:cNvPr>
          <p:cNvSpPr>
            <a:spLocks xmlns:a="http://schemas.openxmlformats.org/drawingml/2006/main" noGrp="1"/>
          </p:cNvSpPr>
          <p:nvPr/>
        </p:nvSpPr>
        <p:spPr>
          <a:xfrm xmlns:a="http://schemas.openxmlformats.org/drawingml/2006/main">
            <a:off x="12395200" y="9972675"/>
            <a:ext cx="4292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000000"/>
                </a:solidFill>
                <a:latin typeface="Arial"/>
                <a:ea typeface="Arial"/>
                <a:cs typeface="Arial"/>
              </a:defRPr>
            </a:defPPr>
            <a:lvl1pPr algn="ctr">
              <a:defRPr sz="1725" b="0">
                <a:solidFill>
                  <a:srgbClr val="000000"/>
                </a:solidFill>
                <a:latin typeface="Arial"/>
                <a:ea typeface="Arial"/>
                <a:cs typeface="Arial"/>
              </a:defRPr>
            </a:lvl1pPr>
            <a:lvl2pPr algn="ctr">
              <a:defRPr sz="1725" b="0">
                <a:solidFill>
                  <a:srgbClr val="000000"/>
                </a:solidFill>
                <a:latin typeface="Arial"/>
                <a:ea typeface="Arial"/>
                <a:cs typeface="Arial"/>
              </a:defRPr>
            </a:lvl2pPr>
            <a:lvl3pPr algn="ctr">
              <a:defRPr sz="1725" b="0">
                <a:solidFill>
                  <a:srgbClr val="000000"/>
                </a:solidFill>
                <a:latin typeface="Arial"/>
                <a:ea typeface="Arial"/>
                <a:cs typeface="Arial"/>
              </a:defRPr>
            </a:lvl3pPr>
            <a:lvl4pPr algn="ctr">
              <a:defRPr sz="1725" b="0">
                <a:solidFill>
                  <a:srgbClr val="000000"/>
                </a:solidFill>
                <a:latin typeface="Arial"/>
                <a:ea typeface="Arial"/>
                <a:cs typeface="Arial"/>
              </a:defRPr>
            </a:lvl4pPr>
            <a:lvl5pPr algn="ctr">
              <a:defRPr sz="1725" b="0">
                <a:solidFill>
                  <a:srgbClr val="000000"/>
                </a:solidFill>
                <a:latin typeface="Arial"/>
                <a:ea typeface="Arial"/>
                <a:cs typeface="Arial"/>
              </a:defRPr>
            </a:lvl5pPr>
            <a:lvl6pPr algn="ctr">
              <a:defRPr sz="1725" b="0">
                <a:solidFill>
                  <a:srgbClr val="000000"/>
                </a:solidFill>
                <a:latin typeface="Arial"/>
                <a:ea typeface="Arial"/>
                <a:cs typeface="Arial"/>
              </a:defRPr>
            </a:lvl6pPr>
            <a:lvl7pPr algn="ctr">
              <a:defRPr sz="1725" b="0">
                <a:solidFill>
                  <a:srgbClr val="000000"/>
                </a:solidFill>
                <a:latin typeface="Arial"/>
                <a:ea typeface="Arial"/>
                <a:cs typeface="Arial"/>
              </a:defRPr>
            </a:lvl7pPr>
            <a:lvl8pPr algn="ctr">
              <a:defRPr sz="1725" b="0">
                <a:solidFill>
                  <a:srgbClr val="000000"/>
                </a:solidFill>
                <a:latin typeface="Arial"/>
                <a:ea typeface="Arial"/>
                <a:cs typeface="Arial"/>
              </a:defRPr>
            </a:lvl8pPr>
            <a:lvl9pPr algn="ctr">
              <a:defRPr sz="1725" b="0">
                <a:solidFill>
                  <a:srgbClr val="000000"/>
                </a:solidFill>
                <a:latin typeface="Arial"/>
                <a:ea typeface="Arial"/>
                <a:cs typeface="Arial"/>
              </a:defRPr>
            </a:lvl9pPr>
          </a:lstStyle>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Evidence and coverage</a:t>
            </a:r>
          </a:p>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Reasons, highlights and missing checks</a:t>
            </a:r>
          </a:p>
        </p:txBody>
      </p:sp>
      <p:cxnSp>
        <p:nvCxnSpPr>
          <p:cNvPr id="144" name="">
            <a:extLst xmlns:a="http://schemas.openxmlformats.org/drawingml/2006/main">
              <a:ext uri="{FF2B5EF4-FFF2-40B4-BE49-F238E27FC236}">
                <a16:creationId xmlns:a16="http://schemas.microsoft.com/office/drawing/2014/main" id="{74F3DC46-0C95-421D-9834-E97C60D0F175}"/>
              </a:ext>
            </a:extLst>
          </p:cNvPr>
          <p:cNvCxnSpPr/>
          <p:nvPr/>
        </p:nvCxnSpPr>
        <p:spPr>
          <a:xfrm xmlns:a="http://schemas.openxmlformats.org/drawingml/2006/main">
            <a:off x="9401175" y="10858500"/>
            <a:ext cx="0" cy="285750"/>
          </a:xfrm>
          <a:prstGeom xmlns:a="http://schemas.openxmlformats.org/drawingml/2006/main" prst="straightConnector1">
            <a:avLst/>
          </a:prstGeom>
          <a:ln xmlns:a="http://schemas.openxmlformats.org/drawingml/2006/main" w="9525">
            <a:solidFill>
              <a:srgbClr val="000000"/>
            </a:solidFill>
            <a:prstDash val="solid"/>
            <a:headEnd type="none" w="sm" len="sm"/>
            <a:tailEnd type="triangle" w="sm" len="sm"/>
          </a:ln>
        </p:spPr>
      </p:cxnSp>
      <p:sp>
        <p:nvSpPr>
          <p:cNvPr id="145" name="">
            <a:extLst xmlns:a="http://schemas.openxmlformats.org/drawingml/2006/main">
              <a:ext uri="{FF2B5EF4-FFF2-40B4-BE49-F238E27FC236}">
                <a16:creationId xmlns:a16="http://schemas.microsoft.com/office/drawing/2014/main" id="{2605F47A-62FB-4917-96DC-2C7EB0E78AC5}"/>
              </a:ext>
            </a:extLst>
          </p:cNvPr>
          <p:cNvSpPr>
            <a:spLocks xmlns:a="http://schemas.openxmlformats.org/drawingml/2006/main" noGrp="1"/>
          </p:cNvSpPr>
          <p:nvPr/>
        </p:nvSpPr>
        <p:spPr>
          <a:xfrm xmlns:a="http://schemas.openxmlformats.org/drawingml/2006/main">
            <a:off x="228600" y="11144250"/>
            <a:ext cx="15811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46" name="08">
            <a:extLst xmlns:a="http://schemas.openxmlformats.org/drawingml/2006/main">
              <a:ext uri="{FF2B5EF4-FFF2-40B4-BE49-F238E27FC236}">
                <a16:creationId xmlns:a16="http://schemas.microsoft.com/office/drawing/2014/main" id="{D723798A-B501-4986-B1CA-DAF7D8B61025}"/>
              </a:ext>
            </a:extLst>
          </p:cNvPr>
          <p:cNvSpPr>
            <a:spLocks xmlns:a="http://schemas.openxmlformats.org/drawingml/2006/main" noGrp="1"/>
          </p:cNvSpPr>
          <p:nvPr/>
        </p:nvSpPr>
        <p:spPr>
          <a:xfrm xmlns:a="http://schemas.openxmlformats.org/drawingml/2006/main">
            <a:off x="323850" y="1122045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08</a:t>
            </a:r>
          </a:p>
        </p:txBody>
      </p:sp>
      <p:sp>
        <p:nvSpPr>
          <p:cNvPr id="147" name="USER OUTPUTS">
            <a:extLst xmlns:a="http://schemas.openxmlformats.org/drawingml/2006/main">
              <a:ext uri="{FF2B5EF4-FFF2-40B4-BE49-F238E27FC236}">
                <a16:creationId xmlns:a16="http://schemas.microsoft.com/office/drawing/2014/main" id="{C3DFB14A-825E-4A74-9C7D-BA8EAF626494}"/>
              </a:ext>
            </a:extLst>
          </p:cNvPr>
          <p:cNvSpPr>
            <a:spLocks xmlns:a="http://schemas.openxmlformats.org/drawingml/2006/main" noGrp="1"/>
          </p:cNvSpPr>
          <p:nvPr/>
        </p:nvSpPr>
        <p:spPr>
          <a:xfrm xmlns:a="http://schemas.openxmlformats.org/drawingml/2006/main">
            <a:off x="304800" y="1150620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USER</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OUTPUTS</a:t>
            </a:r>
          </a:p>
        </p:txBody>
      </p:sp>
      <p:sp>
        <p:nvSpPr>
          <p:cNvPr id="148" name="">
            <a:extLst xmlns:a="http://schemas.openxmlformats.org/drawingml/2006/main">
              <a:ext uri="{FF2B5EF4-FFF2-40B4-BE49-F238E27FC236}">
                <a16:creationId xmlns:a16="http://schemas.microsoft.com/office/drawing/2014/main" id="{0C4DF0DB-6FC5-4E8A-B488-38DCA8107834}"/>
              </a:ext>
            </a:extLst>
          </p:cNvPr>
          <p:cNvSpPr>
            <a:spLocks xmlns:a="http://schemas.openxmlformats.org/drawingml/2006/main" noGrp="1"/>
          </p:cNvSpPr>
          <p:nvPr/>
        </p:nvSpPr>
        <p:spPr>
          <a:xfrm xmlns:a="http://schemas.openxmlformats.org/drawingml/2006/main">
            <a:off x="2038350" y="11144250"/>
            <a:ext cx="147256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49" name="">
            <a:extLst xmlns:a="http://schemas.openxmlformats.org/drawingml/2006/main">
              <a:ext uri="{FF2B5EF4-FFF2-40B4-BE49-F238E27FC236}">
                <a16:creationId xmlns:a16="http://schemas.microsoft.com/office/drawing/2014/main" id="{B3490198-8A5B-47AE-AC4C-DA6C8D2839DC}"/>
              </a:ext>
            </a:extLst>
          </p:cNvPr>
          <p:cNvSpPr>
            <a:spLocks xmlns:a="http://schemas.openxmlformats.org/drawingml/2006/main" noGrp="1"/>
          </p:cNvSpPr>
          <p:nvPr/>
        </p:nvSpPr>
        <p:spPr>
          <a:xfrm xmlns:a="http://schemas.openxmlformats.org/drawingml/2006/main">
            <a:off x="2038350" y="11144250"/>
            <a:ext cx="48450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50" name="">
            <a:extLst xmlns:a="http://schemas.openxmlformats.org/drawingml/2006/main">
              <a:ext uri="{FF2B5EF4-FFF2-40B4-BE49-F238E27FC236}">
                <a16:creationId xmlns:a16="http://schemas.microsoft.com/office/drawing/2014/main" id="{017E7154-676A-4B20-929B-E44B4E92D827}"/>
              </a:ext>
            </a:extLst>
          </p:cNvPr>
          <p:cNvPicPr>
            <a:picLocks xmlns:a="http://schemas.openxmlformats.org/drawingml/2006/main" noChangeAspect="1"/>
          </p:cNvPicPr>
          <p:nvPr/>
        </p:nvPicPr>
        <p:blipFill>
          <a:blip xmlns:r="http://schemas.openxmlformats.org/officeDocument/2006/relationships" xmlns:a="http://schemas.openxmlformats.org/drawingml/2006/main" r:embed="Rcf070753affe4ecd"/>
          <a:stretch xmlns:a="http://schemas.openxmlformats.org/drawingml/2006/main"/>
        </p:blipFill>
        <p:spPr>
          <a:xfrm xmlns:a="http://schemas.openxmlformats.org/drawingml/2006/main">
            <a:off x="2152650" y="11382375"/>
            <a:ext cx="285750" cy="285750"/>
          </a:xfrm>
          <a:prstGeom xmlns:a="http://schemas.openxmlformats.org/drawingml/2006/main" prst="rect">
            <a:avLst/>
          </a:prstGeom>
        </p:spPr>
      </p:pic>
      <p:sp>
        <p:nvSpPr>
          <p:cNvPr id="151" name="Scan result Decision and evidence">
            <a:extLst xmlns:a="http://schemas.openxmlformats.org/drawingml/2006/main">
              <a:ext uri="{FF2B5EF4-FFF2-40B4-BE49-F238E27FC236}">
                <a16:creationId xmlns:a16="http://schemas.microsoft.com/office/drawing/2014/main" id="{48197314-0370-440B-931F-25B9ED3A5EBE}"/>
              </a:ext>
            </a:extLst>
          </p:cNvPr>
          <p:cNvSpPr>
            <a:spLocks xmlns:a="http://schemas.openxmlformats.org/drawingml/2006/main" noGrp="1"/>
          </p:cNvSpPr>
          <p:nvPr/>
        </p:nvSpPr>
        <p:spPr>
          <a:xfrm xmlns:a="http://schemas.openxmlformats.org/drawingml/2006/main">
            <a:off x="2514600" y="11210925"/>
            <a:ext cx="429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Scan result</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Decision and evidence</a:t>
            </a:r>
          </a:p>
        </p:txBody>
      </p:sp>
      <p:sp>
        <p:nvSpPr>
          <p:cNvPr id="152" name="">
            <a:extLst xmlns:a="http://schemas.openxmlformats.org/drawingml/2006/main">
              <a:ext uri="{FF2B5EF4-FFF2-40B4-BE49-F238E27FC236}">
                <a16:creationId xmlns:a16="http://schemas.microsoft.com/office/drawing/2014/main" id="{CAF57C3E-40B5-492F-B7BA-0B7EC71AE719}"/>
              </a:ext>
            </a:extLst>
          </p:cNvPr>
          <p:cNvSpPr>
            <a:spLocks xmlns:a="http://schemas.openxmlformats.org/drawingml/2006/main" noGrp="1"/>
          </p:cNvSpPr>
          <p:nvPr/>
        </p:nvSpPr>
        <p:spPr>
          <a:xfrm xmlns:a="http://schemas.openxmlformats.org/drawingml/2006/main">
            <a:off x="6978650" y="11144250"/>
            <a:ext cx="48450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53" name="">
            <a:extLst xmlns:a="http://schemas.openxmlformats.org/drawingml/2006/main">
              <a:ext uri="{FF2B5EF4-FFF2-40B4-BE49-F238E27FC236}">
                <a16:creationId xmlns:a16="http://schemas.microsoft.com/office/drawing/2014/main" id="{C507AD47-8861-4ED3-AE5E-65C42FE57D96}"/>
              </a:ext>
            </a:extLst>
          </p:cNvPr>
          <p:cNvPicPr>
            <a:picLocks xmlns:a="http://schemas.openxmlformats.org/drawingml/2006/main" noChangeAspect="1"/>
          </p:cNvPicPr>
          <p:nvPr/>
        </p:nvPicPr>
        <p:blipFill>
          <a:blip xmlns:r="http://schemas.openxmlformats.org/officeDocument/2006/relationships" xmlns:a="http://schemas.openxmlformats.org/drawingml/2006/main" r:embed="R85cdb255987d45cb"/>
          <a:stretch xmlns:a="http://schemas.openxmlformats.org/drawingml/2006/main"/>
        </p:blipFill>
        <p:spPr>
          <a:xfrm xmlns:a="http://schemas.openxmlformats.org/drawingml/2006/main">
            <a:off x="7092950" y="11382375"/>
            <a:ext cx="285750" cy="285750"/>
          </a:xfrm>
          <a:prstGeom xmlns:a="http://schemas.openxmlformats.org/drawingml/2006/main" prst="rect">
            <a:avLst/>
          </a:prstGeom>
        </p:spPr>
      </p:pic>
      <p:sp>
        <p:nvSpPr>
          <p:cNvPr id="154" name="History Saved scans and results">
            <a:extLst xmlns:a="http://schemas.openxmlformats.org/drawingml/2006/main">
              <a:ext uri="{FF2B5EF4-FFF2-40B4-BE49-F238E27FC236}">
                <a16:creationId xmlns:a16="http://schemas.microsoft.com/office/drawing/2014/main" id="{77A330C8-DDDA-4801-A5DB-C60919740DF4}"/>
              </a:ext>
            </a:extLst>
          </p:cNvPr>
          <p:cNvSpPr>
            <a:spLocks xmlns:a="http://schemas.openxmlformats.org/drawingml/2006/main" noGrp="1"/>
          </p:cNvSpPr>
          <p:nvPr/>
        </p:nvSpPr>
        <p:spPr>
          <a:xfrm xmlns:a="http://schemas.openxmlformats.org/drawingml/2006/main">
            <a:off x="7454900" y="11210925"/>
            <a:ext cx="429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History</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Saved scans and results</a:t>
            </a:r>
          </a:p>
        </p:txBody>
      </p:sp>
      <p:sp>
        <p:nvSpPr>
          <p:cNvPr id="155" name="">
            <a:extLst xmlns:a="http://schemas.openxmlformats.org/drawingml/2006/main">
              <a:ext uri="{FF2B5EF4-FFF2-40B4-BE49-F238E27FC236}">
                <a16:creationId xmlns:a16="http://schemas.microsoft.com/office/drawing/2014/main" id="{70E813E1-5AC6-4BC9-90DF-AE059758A181}"/>
              </a:ext>
            </a:extLst>
          </p:cNvPr>
          <p:cNvSpPr>
            <a:spLocks xmlns:a="http://schemas.openxmlformats.org/drawingml/2006/main" noGrp="1"/>
          </p:cNvSpPr>
          <p:nvPr/>
        </p:nvSpPr>
        <p:spPr>
          <a:xfrm xmlns:a="http://schemas.openxmlformats.org/drawingml/2006/main">
            <a:off x="11918950" y="11144250"/>
            <a:ext cx="48450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56" name="">
            <a:extLst xmlns:a="http://schemas.openxmlformats.org/drawingml/2006/main">
              <a:ext uri="{FF2B5EF4-FFF2-40B4-BE49-F238E27FC236}">
                <a16:creationId xmlns:a16="http://schemas.microsoft.com/office/drawing/2014/main" id="{50D943F1-4AB1-4D21-AFE4-DC3D923F4489}"/>
              </a:ext>
            </a:extLst>
          </p:cNvPr>
          <p:cNvPicPr>
            <a:picLocks xmlns:a="http://schemas.openxmlformats.org/drawingml/2006/main" noChangeAspect="1"/>
          </p:cNvPicPr>
          <p:nvPr/>
        </p:nvPicPr>
        <p:blipFill>
          <a:blip xmlns:r="http://schemas.openxmlformats.org/officeDocument/2006/relationships" xmlns:a="http://schemas.openxmlformats.org/drawingml/2006/main" r:embed="R040bfb851a904102"/>
          <a:stretch xmlns:a="http://schemas.openxmlformats.org/drawingml/2006/main"/>
        </p:blipFill>
        <p:spPr>
          <a:xfrm xmlns:a="http://schemas.openxmlformats.org/drawingml/2006/main">
            <a:off x="12033250" y="11382375"/>
            <a:ext cx="285750" cy="285750"/>
          </a:xfrm>
          <a:prstGeom xmlns:a="http://schemas.openxmlformats.org/drawingml/2006/main" prst="rect">
            <a:avLst/>
          </a:prstGeom>
        </p:spPr>
      </p:pic>
      <p:sp>
        <p:nvSpPr>
          <p:cNvPr id="157" name="PDF report Assessment and evidence export">
            <a:extLst xmlns:a="http://schemas.openxmlformats.org/drawingml/2006/main">
              <a:ext uri="{FF2B5EF4-FFF2-40B4-BE49-F238E27FC236}">
                <a16:creationId xmlns:a16="http://schemas.microsoft.com/office/drawing/2014/main" id="{7713567E-1631-445C-B212-A407F14A3724}"/>
              </a:ext>
            </a:extLst>
          </p:cNvPr>
          <p:cNvSpPr>
            <a:spLocks xmlns:a="http://schemas.openxmlformats.org/drawingml/2006/main" noGrp="1"/>
          </p:cNvSpPr>
          <p:nvPr/>
        </p:nvSpPr>
        <p:spPr>
          <a:xfrm xmlns:a="http://schemas.openxmlformats.org/drawingml/2006/main">
            <a:off x="12395200" y="11210925"/>
            <a:ext cx="429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PDF report</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Assessment and evidence export</a:t>
            </a:r>
          </a:p>
        </p:txBody>
      </p:sp>
      <p:sp>
        <p:nvSpPr>
          <p:cNvPr id="158" name="">
            <a:extLst xmlns:a="http://schemas.openxmlformats.org/drawingml/2006/main">
              <a:ext uri="{FF2B5EF4-FFF2-40B4-BE49-F238E27FC236}">
                <a16:creationId xmlns:a16="http://schemas.microsoft.com/office/drawing/2014/main" id="{BE89A3E5-20EB-4E95-BEE0-4D77E830A112}"/>
              </a:ext>
            </a:extLst>
          </p:cNvPr>
          <p:cNvSpPr>
            <a:spLocks xmlns:a="http://schemas.openxmlformats.org/drawingml/2006/main" noGrp="1"/>
          </p:cNvSpPr>
          <p:nvPr/>
        </p:nvSpPr>
        <p:spPr>
          <a:xfrm xmlns:a="http://schemas.openxmlformats.org/drawingml/2006/main">
            <a:off x="228600" y="12192000"/>
            <a:ext cx="1581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59" name="09">
            <a:extLst xmlns:a="http://schemas.openxmlformats.org/drawingml/2006/main">
              <a:ext uri="{FF2B5EF4-FFF2-40B4-BE49-F238E27FC236}">
                <a16:creationId xmlns:a16="http://schemas.microsoft.com/office/drawing/2014/main" id="{30AD0C05-EC19-44EB-87AA-25B0D3374F3C}"/>
              </a:ext>
            </a:extLst>
          </p:cNvPr>
          <p:cNvSpPr>
            <a:spLocks xmlns:a="http://schemas.openxmlformats.org/drawingml/2006/main" noGrp="1"/>
          </p:cNvSpPr>
          <p:nvPr/>
        </p:nvSpPr>
        <p:spPr>
          <a:xfrm xmlns:a="http://schemas.openxmlformats.org/drawingml/2006/main">
            <a:off x="323850" y="122682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09</a:t>
            </a:r>
          </a:p>
        </p:txBody>
      </p:sp>
      <p:sp>
        <p:nvSpPr>
          <p:cNvPr id="160" name="PERSISTENCE &amp; OPERATIONS">
            <a:extLst xmlns:a="http://schemas.openxmlformats.org/drawingml/2006/main">
              <a:ext uri="{FF2B5EF4-FFF2-40B4-BE49-F238E27FC236}">
                <a16:creationId xmlns:a16="http://schemas.microsoft.com/office/drawing/2014/main" id="{8E8B29C4-DA42-4812-A9D6-117D2A87EE1A}"/>
              </a:ext>
            </a:extLst>
          </p:cNvPr>
          <p:cNvSpPr>
            <a:spLocks xmlns:a="http://schemas.openxmlformats.org/drawingml/2006/main" noGrp="1"/>
          </p:cNvSpPr>
          <p:nvPr/>
        </p:nvSpPr>
        <p:spPr>
          <a:xfrm xmlns:a="http://schemas.openxmlformats.org/drawingml/2006/main">
            <a:off x="304800" y="1255395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PERSISTENCE &amp;</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OPERATIONS</a:t>
            </a:r>
          </a:p>
        </p:txBody>
      </p:sp>
      <p:sp>
        <p:nvSpPr>
          <p:cNvPr id="161" name="">
            <a:extLst xmlns:a="http://schemas.openxmlformats.org/drawingml/2006/main">
              <a:ext uri="{FF2B5EF4-FFF2-40B4-BE49-F238E27FC236}">
                <a16:creationId xmlns:a16="http://schemas.microsoft.com/office/drawing/2014/main" id="{BA526CFC-ACE5-4140-86FC-1E3ED1691033}"/>
              </a:ext>
            </a:extLst>
          </p:cNvPr>
          <p:cNvSpPr>
            <a:spLocks xmlns:a="http://schemas.openxmlformats.org/drawingml/2006/main" noGrp="1"/>
          </p:cNvSpPr>
          <p:nvPr/>
        </p:nvSpPr>
        <p:spPr>
          <a:xfrm xmlns:a="http://schemas.openxmlformats.org/drawingml/2006/main">
            <a:off x="2038350" y="12192000"/>
            <a:ext cx="147256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62" name="">
            <a:extLst xmlns:a="http://schemas.openxmlformats.org/drawingml/2006/main">
              <a:ext uri="{FF2B5EF4-FFF2-40B4-BE49-F238E27FC236}">
                <a16:creationId xmlns:a16="http://schemas.microsoft.com/office/drawing/2014/main" id="{4D9F6BA7-D47D-4A45-A37E-DA7C17F05EC8}"/>
              </a:ext>
            </a:extLst>
          </p:cNvPr>
          <p:cNvSpPr>
            <a:spLocks xmlns:a="http://schemas.openxmlformats.org/drawingml/2006/main" noGrp="1"/>
          </p:cNvSpPr>
          <p:nvPr/>
        </p:nvSpPr>
        <p:spPr>
          <a:xfrm xmlns:a="http://schemas.openxmlformats.org/drawingml/2006/main">
            <a:off x="2038350" y="12192000"/>
            <a:ext cx="4845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63" name="">
            <a:extLst xmlns:a="http://schemas.openxmlformats.org/drawingml/2006/main">
              <a:ext uri="{FF2B5EF4-FFF2-40B4-BE49-F238E27FC236}">
                <a16:creationId xmlns:a16="http://schemas.microsoft.com/office/drawing/2014/main" id="{E6D80FE6-CBCA-4959-A6DA-1B39AA0A2AAB}"/>
              </a:ext>
            </a:extLst>
          </p:cNvPr>
          <p:cNvPicPr>
            <a:picLocks xmlns:a="http://schemas.openxmlformats.org/drawingml/2006/main" noChangeAspect="1"/>
          </p:cNvPicPr>
          <p:nvPr/>
        </p:nvPicPr>
        <p:blipFill>
          <a:blip xmlns:r="http://schemas.openxmlformats.org/officeDocument/2006/relationships" xmlns:a="http://schemas.openxmlformats.org/drawingml/2006/main" r:embed="R4543e8ebf1ef486a"/>
          <a:stretch xmlns:a="http://schemas.openxmlformats.org/drawingml/2006/main"/>
        </p:blipFill>
        <p:spPr>
          <a:xfrm xmlns:a="http://schemas.openxmlformats.org/drawingml/2006/main">
            <a:off x="2152650" y="12439650"/>
            <a:ext cx="285750" cy="285750"/>
          </a:xfrm>
          <a:prstGeom xmlns:a="http://schemas.openxmlformats.org/drawingml/2006/main" prst="rect">
            <a:avLst/>
          </a:prstGeom>
        </p:spPr>
      </p:pic>
      <p:sp>
        <p:nvSpPr>
          <p:cNvPr id="164" name="SQL database Accounts and scan history">
            <a:extLst xmlns:a="http://schemas.openxmlformats.org/drawingml/2006/main">
              <a:ext uri="{FF2B5EF4-FFF2-40B4-BE49-F238E27FC236}">
                <a16:creationId xmlns:a16="http://schemas.microsoft.com/office/drawing/2014/main" id="{F7A6290A-EF7E-46CF-9549-614FBEA9F180}"/>
              </a:ext>
            </a:extLst>
          </p:cNvPr>
          <p:cNvSpPr>
            <a:spLocks xmlns:a="http://schemas.openxmlformats.org/drawingml/2006/main" noGrp="1"/>
          </p:cNvSpPr>
          <p:nvPr/>
        </p:nvSpPr>
        <p:spPr>
          <a:xfrm xmlns:a="http://schemas.openxmlformats.org/drawingml/2006/main">
            <a:off x="2514600" y="12258675"/>
            <a:ext cx="4292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SQL database</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Accounts and scan history</a:t>
            </a:r>
          </a:p>
        </p:txBody>
      </p:sp>
      <p:sp>
        <p:nvSpPr>
          <p:cNvPr id="165" name="">
            <a:extLst xmlns:a="http://schemas.openxmlformats.org/drawingml/2006/main">
              <a:ext uri="{FF2B5EF4-FFF2-40B4-BE49-F238E27FC236}">
                <a16:creationId xmlns:a16="http://schemas.microsoft.com/office/drawing/2014/main" id="{69C7327B-008D-40AF-8626-B471AFA08B5E}"/>
              </a:ext>
            </a:extLst>
          </p:cNvPr>
          <p:cNvSpPr>
            <a:spLocks xmlns:a="http://schemas.openxmlformats.org/drawingml/2006/main" noGrp="1"/>
          </p:cNvSpPr>
          <p:nvPr/>
        </p:nvSpPr>
        <p:spPr>
          <a:xfrm xmlns:a="http://schemas.openxmlformats.org/drawingml/2006/main">
            <a:off x="6978650" y="12192000"/>
            <a:ext cx="4845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66" name="">
            <a:extLst xmlns:a="http://schemas.openxmlformats.org/drawingml/2006/main">
              <a:ext uri="{FF2B5EF4-FFF2-40B4-BE49-F238E27FC236}">
                <a16:creationId xmlns:a16="http://schemas.microsoft.com/office/drawing/2014/main" id="{3D7652B3-F829-4C15-A7D6-942911A92899}"/>
              </a:ext>
            </a:extLst>
          </p:cNvPr>
          <p:cNvPicPr>
            <a:picLocks xmlns:a="http://schemas.openxmlformats.org/drawingml/2006/main" noChangeAspect="1"/>
          </p:cNvPicPr>
          <p:nvPr/>
        </p:nvPicPr>
        <p:blipFill>
          <a:blip xmlns:r="http://schemas.openxmlformats.org/officeDocument/2006/relationships" xmlns:a="http://schemas.openxmlformats.org/drawingml/2006/main" r:embed="R9184378026014e52"/>
          <a:stretch xmlns:a="http://schemas.openxmlformats.org/drawingml/2006/main"/>
        </p:blipFill>
        <p:spPr>
          <a:xfrm xmlns:a="http://schemas.openxmlformats.org/drawingml/2006/main">
            <a:off x="7092950" y="12439650"/>
            <a:ext cx="285750" cy="285750"/>
          </a:xfrm>
          <a:prstGeom xmlns:a="http://schemas.openxmlformats.org/drawingml/2006/main" prst="rect">
            <a:avLst/>
          </a:prstGeom>
        </p:spPr>
      </p:pic>
      <p:sp>
        <p:nvSpPr>
          <p:cNvPr id="167" name="MongoDB Phishing results and evidence">
            <a:extLst xmlns:a="http://schemas.openxmlformats.org/drawingml/2006/main">
              <a:ext uri="{FF2B5EF4-FFF2-40B4-BE49-F238E27FC236}">
                <a16:creationId xmlns:a16="http://schemas.microsoft.com/office/drawing/2014/main" id="{C3E666BE-066F-409D-9618-3CDBC476B63C}"/>
              </a:ext>
            </a:extLst>
          </p:cNvPr>
          <p:cNvSpPr>
            <a:spLocks xmlns:a="http://schemas.openxmlformats.org/drawingml/2006/main" noGrp="1"/>
          </p:cNvSpPr>
          <p:nvPr/>
        </p:nvSpPr>
        <p:spPr>
          <a:xfrm xmlns:a="http://schemas.openxmlformats.org/drawingml/2006/main">
            <a:off x="7454900" y="12258675"/>
            <a:ext cx="4292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MongoDB</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Phishing results and evidence</a:t>
            </a:r>
          </a:p>
        </p:txBody>
      </p:sp>
      <p:sp>
        <p:nvSpPr>
          <p:cNvPr id="168" name="">
            <a:extLst xmlns:a="http://schemas.openxmlformats.org/drawingml/2006/main">
              <a:ext uri="{FF2B5EF4-FFF2-40B4-BE49-F238E27FC236}">
                <a16:creationId xmlns:a16="http://schemas.microsoft.com/office/drawing/2014/main" id="{0DBAA255-8F11-4D55-A400-7982CB7C4F1E}"/>
              </a:ext>
            </a:extLst>
          </p:cNvPr>
          <p:cNvSpPr>
            <a:spLocks xmlns:a="http://schemas.openxmlformats.org/drawingml/2006/main" noGrp="1"/>
          </p:cNvSpPr>
          <p:nvPr/>
        </p:nvSpPr>
        <p:spPr>
          <a:xfrm xmlns:a="http://schemas.openxmlformats.org/drawingml/2006/main">
            <a:off x="11918950" y="12192000"/>
            <a:ext cx="4845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69" name="">
            <a:extLst xmlns:a="http://schemas.openxmlformats.org/drawingml/2006/main">
              <a:ext uri="{FF2B5EF4-FFF2-40B4-BE49-F238E27FC236}">
                <a16:creationId xmlns:a16="http://schemas.microsoft.com/office/drawing/2014/main" id="{A0500875-028E-424A-9B02-E87EF0FBC2F2}"/>
              </a:ext>
            </a:extLst>
          </p:cNvPr>
          <p:cNvPicPr>
            <a:picLocks xmlns:a="http://schemas.openxmlformats.org/drawingml/2006/main" noChangeAspect="1"/>
          </p:cNvPicPr>
          <p:nvPr/>
        </p:nvPicPr>
        <p:blipFill>
          <a:blip xmlns:r="http://schemas.openxmlformats.org/officeDocument/2006/relationships" xmlns:a="http://schemas.openxmlformats.org/drawingml/2006/main" r:embed="Rb8cf54baa1a34c02"/>
          <a:stretch xmlns:a="http://schemas.openxmlformats.org/drawingml/2006/main"/>
        </p:blipFill>
        <p:spPr>
          <a:xfrm xmlns:a="http://schemas.openxmlformats.org/drawingml/2006/main">
            <a:off x="12033250" y="12439650"/>
            <a:ext cx="285750" cy="285750"/>
          </a:xfrm>
          <a:prstGeom xmlns:a="http://schemas.openxmlformats.org/drawingml/2006/main" prst="rect">
            <a:avLst/>
          </a:prstGeom>
        </p:spPr>
      </p:pic>
      <p:sp>
        <p:nvSpPr>
          <p:cNvPr id="170" name="Service operations Health checks and local logs">
            <a:extLst xmlns:a="http://schemas.openxmlformats.org/drawingml/2006/main">
              <a:ext uri="{FF2B5EF4-FFF2-40B4-BE49-F238E27FC236}">
                <a16:creationId xmlns:a16="http://schemas.microsoft.com/office/drawing/2014/main" id="{1AC48510-0B28-4052-972B-787729F0E85C}"/>
              </a:ext>
            </a:extLst>
          </p:cNvPr>
          <p:cNvSpPr>
            <a:spLocks xmlns:a="http://schemas.openxmlformats.org/drawingml/2006/main" noGrp="1"/>
          </p:cNvSpPr>
          <p:nvPr/>
        </p:nvSpPr>
        <p:spPr>
          <a:xfrm xmlns:a="http://schemas.openxmlformats.org/drawingml/2006/main">
            <a:off x="12395200" y="12258675"/>
            <a:ext cx="4292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Service operations</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Health checks and local logs</a:t>
            </a:r>
          </a:p>
        </p:txBody>
      </p:sp>
      <p:sp>
        <p:nvSpPr>
          <p:cNvPr id="171" name="">
            <a:extLst xmlns:a="http://schemas.openxmlformats.org/drawingml/2006/main">
              <a:ext uri="{FF2B5EF4-FFF2-40B4-BE49-F238E27FC236}">
                <a16:creationId xmlns:a16="http://schemas.microsoft.com/office/drawing/2014/main" id="{E9E65D6F-F4E8-44C2-8B9E-DBC3405D806B}"/>
              </a:ext>
            </a:extLst>
          </p:cNvPr>
          <p:cNvSpPr>
            <a:spLocks xmlns:a="http://schemas.openxmlformats.org/drawingml/2006/main" noGrp="1"/>
          </p:cNvSpPr>
          <p:nvPr/>
        </p:nvSpPr>
        <p:spPr>
          <a:xfrm xmlns:a="http://schemas.openxmlformats.org/drawingml/2006/main">
            <a:off x="228600" y="13201650"/>
            <a:ext cx="15811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72" name="10">
            <a:extLst xmlns:a="http://schemas.openxmlformats.org/drawingml/2006/main">
              <a:ext uri="{FF2B5EF4-FFF2-40B4-BE49-F238E27FC236}">
                <a16:creationId xmlns:a16="http://schemas.microsoft.com/office/drawing/2014/main" id="{9966B9DC-0991-41D6-A5B4-39DDE4CC3160}"/>
              </a:ext>
            </a:extLst>
          </p:cNvPr>
          <p:cNvSpPr>
            <a:spLocks xmlns:a="http://schemas.openxmlformats.org/drawingml/2006/main" noGrp="1"/>
          </p:cNvSpPr>
          <p:nvPr/>
        </p:nvSpPr>
        <p:spPr>
          <a:xfrm xmlns:a="http://schemas.openxmlformats.org/drawingml/2006/main">
            <a:off x="323850" y="1327785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00000"/>
                </a:solidFill>
                <a:latin typeface="Arial"/>
                <a:ea typeface="Arial"/>
                <a:cs typeface="Arial"/>
              </a:defRPr>
            </a:defPPr>
            <a:lvl1pPr algn="ctr">
              <a:defRPr sz="1650" b="1">
                <a:solidFill>
                  <a:srgbClr val="000000"/>
                </a:solidFill>
                <a:latin typeface="Arial"/>
                <a:ea typeface="Arial"/>
                <a:cs typeface="Arial"/>
              </a:defRPr>
            </a:lvl1pPr>
            <a:lvl2pPr algn="ctr">
              <a:defRPr sz="1650" b="1">
                <a:solidFill>
                  <a:srgbClr val="000000"/>
                </a:solidFill>
                <a:latin typeface="Arial"/>
                <a:ea typeface="Arial"/>
                <a:cs typeface="Arial"/>
              </a:defRPr>
            </a:lvl2pPr>
            <a:lvl3pPr algn="ctr">
              <a:defRPr sz="1650" b="1">
                <a:solidFill>
                  <a:srgbClr val="000000"/>
                </a:solidFill>
                <a:latin typeface="Arial"/>
                <a:ea typeface="Arial"/>
                <a:cs typeface="Arial"/>
              </a:defRPr>
            </a:lvl3pPr>
            <a:lvl4pPr algn="ctr">
              <a:defRPr sz="1650" b="1">
                <a:solidFill>
                  <a:srgbClr val="000000"/>
                </a:solidFill>
                <a:latin typeface="Arial"/>
                <a:ea typeface="Arial"/>
                <a:cs typeface="Arial"/>
              </a:defRPr>
            </a:lvl4pPr>
            <a:lvl5pPr algn="ctr">
              <a:defRPr sz="1650" b="1">
                <a:solidFill>
                  <a:srgbClr val="000000"/>
                </a:solidFill>
                <a:latin typeface="Arial"/>
                <a:ea typeface="Arial"/>
                <a:cs typeface="Arial"/>
              </a:defRPr>
            </a:lvl5pPr>
            <a:lvl6pPr algn="ctr">
              <a:defRPr sz="1650" b="1">
                <a:solidFill>
                  <a:srgbClr val="000000"/>
                </a:solidFill>
                <a:latin typeface="Arial"/>
                <a:ea typeface="Arial"/>
                <a:cs typeface="Arial"/>
              </a:defRPr>
            </a:lvl6pPr>
            <a:lvl7pPr algn="ctr">
              <a:defRPr sz="1650" b="1">
                <a:solidFill>
                  <a:srgbClr val="000000"/>
                </a:solidFill>
                <a:latin typeface="Arial"/>
                <a:ea typeface="Arial"/>
                <a:cs typeface="Arial"/>
              </a:defRPr>
            </a:lvl7pPr>
            <a:lvl8pPr algn="ctr">
              <a:defRPr sz="1650" b="1">
                <a:solidFill>
                  <a:srgbClr val="000000"/>
                </a:solidFill>
                <a:latin typeface="Arial"/>
                <a:ea typeface="Arial"/>
                <a:cs typeface="Arial"/>
              </a:defRPr>
            </a:lvl8pPr>
            <a:lvl9pPr algn="ctr">
              <a:defRPr sz="1650" b="1">
                <a:solidFill>
                  <a:srgbClr val="000000"/>
                </a:solidFill>
                <a:latin typeface="Arial"/>
                <a:ea typeface="Arial"/>
                <a:cs typeface="Arial"/>
              </a:defRPr>
            </a:lvl9pPr>
          </a:lstStyle>
          <a:p xmlns:a="http://schemas.openxmlformats.org/drawingml/2006/main">
            <a:pPr algn="ctr">
              <a:lnSpc>
                <a:spcPct val="103000"/>
              </a:lnSpc>
              <a:buNone/>
              <a:defRPr sz="1650" b="1">
                <a:solidFill>
                  <a:srgbClr val="000000"/>
                </a:solidFill>
                <a:latin typeface="Arial"/>
                <a:ea typeface="Arial"/>
                <a:cs typeface="Arial"/>
              </a:defRPr>
            </a:pPr>
            <a:r>
              <a:rPr sz="1650" b="1">
                <a:solidFill>
                  <a:srgbClr val="000000"/>
                </a:solidFill>
                <a:latin typeface="Arial"/>
                <a:ea typeface="Arial"/>
                <a:cs typeface="Arial"/>
              </a:rPr>
              <a:t>10</a:t>
            </a:r>
          </a:p>
        </p:txBody>
      </p:sp>
      <p:sp>
        <p:nvSpPr>
          <p:cNvPr id="173" name="RUNTIME &amp; DEPLOYMENT">
            <a:extLst xmlns:a="http://schemas.openxmlformats.org/drawingml/2006/main">
              <a:ext uri="{FF2B5EF4-FFF2-40B4-BE49-F238E27FC236}">
                <a16:creationId xmlns:a16="http://schemas.microsoft.com/office/drawing/2014/main" id="{0BF56C12-78BA-4BE5-82F4-EC4A71B8C60B}"/>
              </a:ext>
            </a:extLst>
          </p:cNvPr>
          <p:cNvSpPr>
            <a:spLocks xmlns:a="http://schemas.openxmlformats.org/drawingml/2006/main" noGrp="1"/>
          </p:cNvSpPr>
          <p:nvPr/>
        </p:nvSpPr>
        <p:spPr>
          <a:xfrm xmlns:a="http://schemas.openxmlformats.org/drawingml/2006/main">
            <a:off x="304800" y="1356360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000000"/>
                </a:solidFill>
                <a:latin typeface="Arial"/>
                <a:ea typeface="Arial"/>
                <a:cs typeface="Arial"/>
              </a:defRPr>
            </a:defPPr>
            <a:lvl1pPr algn="ctr">
              <a:defRPr sz="1500" b="1">
                <a:solidFill>
                  <a:srgbClr val="000000"/>
                </a:solidFill>
                <a:latin typeface="Arial"/>
                <a:ea typeface="Arial"/>
                <a:cs typeface="Arial"/>
              </a:defRPr>
            </a:lvl1pPr>
            <a:lvl2pPr algn="ctr">
              <a:defRPr sz="1500" b="1">
                <a:solidFill>
                  <a:srgbClr val="000000"/>
                </a:solidFill>
                <a:latin typeface="Arial"/>
                <a:ea typeface="Arial"/>
                <a:cs typeface="Arial"/>
              </a:defRPr>
            </a:lvl2pPr>
            <a:lvl3pPr algn="ctr">
              <a:defRPr sz="1500" b="1">
                <a:solidFill>
                  <a:srgbClr val="000000"/>
                </a:solidFill>
                <a:latin typeface="Arial"/>
                <a:ea typeface="Arial"/>
                <a:cs typeface="Arial"/>
              </a:defRPr>
            </a:lvl3pPr>
            <a:lvl4pPr algn="ctr">
              <a:defRPr sz="1500" b="1">
                <a:solidFill>
                  <a:srgbClr val="000000"/>
                </a:solidFill>
                <a:latin typeface="Arial"/>
                <a:ea typeface="Arial"/>
                <a:cs typeface="Arial"/>
              </a:defRPr>
            </a:lvl4pPr>
            <a:lvl5pPr algn="ctr">
              <a:defRPr sz="1500" b="1">
                <a:solidFill>
                  <a:srgbClr val="000000"/>
                </a:solidFill>
                <a:latin typeface="Arial"/>
                <a:ea typeface="Arial"/>
                <a:cs typeface="Arial"/>
              </a:defRPr>
            </a:lvl5pPr>
            <a:lvl6pPr algn="ctr">
              <a:defRPr sz="1500" b="1">
                <a:solidFill>
                  <a:srgbClr val="000000"/>
                </a:solidFill>
                <a:latin typeface="Arial"/>
                <a:ea typeface="Arial"/>
                <a:cs typeface="Arial"/>
              </a:defRPr>
            </a:lvl6pPr>
            <a:lvl7pPr algn="ctr">
              <a:defRPr sz="1500" b="1">
                <a:solidFill>
                  <a:srgbClr val="000000"/>
                </a:solidFill>
                <a:latin typeface="Arial"/>
                <a:ea typeface="Arial"/>
                <a:cs typeface="Arial"/>
              </a:defRPr>
            </a:lvl7pPr>
            <a:lvl8pPr algn="ctr">
              <a:defRPr sz="1500" b="1">
                <a:solidFill>
                  <a:srgbClr val="000000"/>
                </a:solidFill>
                <a:latin typeface="Arial"/>
                <a:ea typeface="Arial"/>
                <a:cs typeface="Arial"/>
              </a:defRPr>
            </a:lvl8pPr>
            <a:lvl9pPr algn="ctr">
              <a:defRPr sz="1500" b="1">
                <a:solidFill>
                  <a:srgbClr val="000000"/>
                </a:solidFill>
                <a:latin typeface="Arial"/>
                <a:ea typeface="Arial"/>
                <a:cs typeface="Arial"/>
              </a:defRPr>
            </a:lvl9pPr>
          </a:lstStyle>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RUNTIME &amp;</a:t>
            </a:r>
          </a:p>
          <a:p xmlns:a="http://schemas.openxmlformats.org/drawingml/2006/main">
            <a:pPr algn="ctr">
              <a:lnSpc>
                <a:spcPct val="103000"/>
              </a:lnSpc>
              <a:buNone/>
              <a:defRPr sz="1500" b="1">
                <a:solidFill>
                  <a:srgbClr val="000000"/>
                </a:solidFill>
                <a:latin typeface="Arial"/>
                <a:ea typeface="Arial"/>
                <a:cs typeface="Arial"/>
              </a:defRPr>
            </a:pPr>
            <a:r>
              <a:rPr sz="1500" b="1">
                <a:solidFill>
                  <a:srgbClr val="000000"/>
                </a:solidFill>
                <a:latin typeface="Arial"/>
                <a:ea typeface="Arial"/>
                <a:cs typeface="Arial"/>
              </a:rPr>
              <a:t>DEPLOYMENT</a:t>
            </a:r>
          </a:p>
        </p:txBody>
      </p:sp>
      <p:sp>
        <p:nvSpPr>
          <p:cNvPr id="174" name="">
            <a:extLst xmlns:a="http://schemas.openxmlformats.org/drawingml/2006/main">
              <a:ext uri="{FF2B5EF4-FFF2-40B4-BE49-F238E27FC236}">
                <a16:creationId xmlns:a16="http://schemas.microsoft.com/office/drawing/2014/main" id="{78A73FF1-AB50-41A2-A537-6808C5E8DA4E}"/>
              </a:ext>
            </a:extLst>
          </p:cNvPr>
          <p:cNvSpPr>
            <a:spLocks xmlns:a="http://schemas.openxmlformats.org/drawingml/2006/main" noGrp="1"/>
          </p:cNvSpPr>
          <p:nvPr/>
        </p:nvSpPr>
        <p:spPr>
          <a:xfrm xmlns:a="http://schemas.openxmlformats.org/drawingml/2006/main">
            <a:off x="2038350" y="13201650"/>
            <a:ext cx="147256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sp>
        <p:nvSpPr>
          <p:cNvPr id="175" name="">
            <a:extLst xmlns:a="http://schemas.openxmlformats.org/drawingml/2006/main">
              <a:ext uri="{FF2B5EF4-FFF2-40B4-BE49-F238E27FC236}">
                <a16:creationId xmlns:a16="http://schemas.microsoft.com/office/drawing/2014/main" id="{AEF64AD7-C723-4FB2-B575-B042A8D08FC6}"/>
              </a:ext>
            </a:extLst>
          </p:cNvPr>
          <p:cNvSpPr>
            <a:spLocks xmlns:a="http://schemas.openxmlformats.org/drawingml/2006/main" noGrp="1"/>
          </p:cNvSpPr>
          <p:nvPr/>
        </p:nvSpPr>
        <p:spPr>
          <a:xfrm xmlns:a="http://schemas.openxmlformats.org/drawingml/2006/main">
            <a:off x="2038350" y="1320165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76" name="">
            <a:extLst xmlns:a="http://schemas.openxmlformats.org/drawingml/2006/main">
              <a:ext uri="{FF2B5EF4-FFF2-40B4-BE49-F238E27FC236}">
                <a16:creationId xmlns:a16="http://schemas.microsoft.com/office/drawing/2014/main" id="{B06437B1-738B-4D19-96C2-D66F3A51A814}"/>
              </a:ext>
            </a:extLst>
          </p:cNvPr>
          <p:cNvPicPr>
            <a:picLocks xmlns:a="http://schemas.openxmlformats.org/drawingml/2006/main" noChangeAspect="1"/>
          </p:cNvPicPr>
          <p:nvPr/>
        </p:nvPicPr>
        <p:blipFill>
          <a:blip xmlns:r="http://schemas.openxmlformats.org/officeDocument/2006/relationships" xmlns:a="http://schemas.openxmlformats.org/drawingml/2006/main" r:embed="R425840339b904682"/>
          <a:stretch xmlns:a="http://schemas.openxmlformats.org/drawingml/2006/main"/>
        </p:blipFill>
        <p:spPr>
          <a:xfrm xmlns:a="http://schemas.openxmlformats.org/drawingml/2006/main">
            <a:off x="2152650" y="13420725"/>
            <a:ext cx="285750" cy="285750"/>
          </a:xfrm>
          <a:prstGeom xmlns:a="http://schemas.openxmlformats.org/drawingml/2006/main" prst="rect">
            <a:avLst/>
          </a:prstGeom>
        </p:spPr>
      </p:pic>
      <p:sp>
        <p:nvSpPr>
          <p:cNvPr id="177" name="Python / FastAPI + Node.js Isolated model environments">
            <a:extLst xmlns:a="http://schemas.openxmlformats.org/drawingml/2006/main">
              <a:ext uri="{FF2B5EF4-FFF2-40B4-BE49-F238E27FC236}">
                <a16:creationId xmlns:a16="http://schemas.microsoft.com/office/drawing/2014/main" id="{D663CAC8-37CA-4A55-981D-46D1FF584AD0}"/>
              </a:ext>
            </a:extLst>
          </p:cNvPr>
          <p:cNvSpPr>
            <a:spLocks xmlns:a="http://schemas.openxmlformats.org/drawingml/2006/main" noGrp="1"/>
          </p:cNvSpPr>
          <p:nvPr/>
        </p:nvSpPr>
        <p:spPr>
          <a:xfrm xmlns:a="http://schemas.openxmlformats.org/drawingml/2006/main">
            <a:off x="2514600" y="1326832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000000"/>
                </a:solidFill>
                <a:latin typeface="Arial"/>
                <a:ea typeface="Arial"/>
                <a:cs typeface="Arial"/>
              </a:defRPr>
            </a:defPPr>
            <a:lvl1pPr algn="ctr">
              <a:defRPr sz="1725" b="0">
                <a:solidFill>
                  <a:srgbClr val="000000"/>
                </a:solidFill>
                <a:latin typeface="Arial"/>
                <a:ea typeface="Arial"/>
                <a:cs typeface="Arial"/>
              </a:defRPr>
            </a:lvl1pPr>
            <a:lvl2pPr algn="ctr">
              <a:defRPr sz="1725" b="0">
                <a:solidFill>
                  <a:srgbClr val="000000"/>
                </a:solidFill>
                <a:latin typeface="Arial"/>
                <a:ea typeface="Arial"/>
                <a:cs typeface="Arial"/>
              </a:defRPr>
            </a:lvl2pPr>
            <a:lvl3pPr algn="ctr">
              <a:defRPr sz="1725" b="0">
                <a:solidFill>
                  <a:srgbClr val="000000"/>
                </a:solidFill>
                <a:latin typeface="Arial"/>
                <a:ea typeface="Arial"/>
                <a:cs typeface="Arial"/>
              </a:defRPr>
            </a:lvl3pPr>
            <a:lvl4pPr algn="ctr">
              <a:defRPr sz="1725" b="0">
                <a:solidFill>
                  <a:srgbClr val="000000"/>
                </a:solidFill>
                <a:latin typeface="Arial"/>
                <a:ea typeface="Arial"/>
                <a:cs typeface="Arial"/>
              </a:defRPr>
            </a:lvl4pPr>
            <a:lvl5pPr algn="ctr">
              <a:defRPr sz="1725" b="0">
                <a:solidFill>
                  <a:srgbClr val="000000"/>
                </a:solidFill>
                <a:latin typeface="Arial"/>
                <a:ea typeface="Arial"/>
                <a:cs typeface="Arial"/>
              </a:defRPr>
            </a:lvl5pPr>
            <a:lvl6pPr algn="ctr">
              <a:defRPr sz="1725" b="0">
                <a:solidFill>
                  <a:srgbClr val="000000"/>
                </a:solidFill>
                <a:latin typeface="Arial"/>
                <a:ea typeface="Arial"/>
                <a:cs typeface="Arial"/>
              </a:defRPr>
            </a:lvl6pPr>
            <a:lvl7pPr algn="ctr">
              <a:defRPr sz="1725" b="0">
                <a:solidFill>
                  <a:srgbClr val="000000"/>
                </a:solidFill>
                <a:latin typeface="Arial"/>
                <a:ea typeface="Arial"/>
                <a:cs typeface="Arial"/>
              </a:defRPr>
            </a:lvl7pPr>
            <a:lvl8pPr algn="ctr">
              <a:defRPr sz="1725" b="0">
                <a:solidFill>
                  <a:srgbClr val="000000"/>
                </a:solidFill>
                <a:latin typeface="Arial"/>
                <a:ea typeface="Arial"/>
                <a:cs typeface="Arial"/>
              </a:defRPr>
            </a:lvl8pPr>
            <a:lvl9pPr algn="ctr">
              <a:defRPr sz="1725" b="0">
                <a:solidFill>
                  <a:srgbClr val="000000"/>
                </a:solidFill>
                <a:latin typeface="Arial"/>
                <a:ea typeface="Arial"/>
                <a:cs typeface="Arial"/>
              </a:defRPr>
            </a:lvl9pPr>
          </a:lstStyle>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Python / FastAPI + Node.js</a:t>
            </a:r>
          </a:p>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Isolated model environments</a:t>
            </a:r>
          </a:p>
        </p:txBody>
      </p:sp>
      <p:sp>
        <p:nvSpPr>
          <p:cNvPr id="178" name="">
            <a:extLst xmlns:a="http://schemas.openxmlformats.org/drawingml/2006/main">
              <a:ext uri="{FF2B5EF4-FFF2-40B4-BE49-F238E27FC236}">
                <a16:creationId xmlns:a16="http://schemas.microsoft.com/office/drawing/2014/main" id="{976E1309-8737-4C6B-B8DA-716BD017FD19}"/>
              </a:ext>
            </a:extLst>
          </p:cNvPr>
          <p:cNvSpPr>
            <a:spLocks xmlns:a="http://schemas.openxmlformats.org/drawingml/2006/main" noGrp="1"/>
          </p:cNvSpPr>
          <p:nvPr/>
        </p:nvSpPr>
        <p:spPr>
          <a:xfrm xmlns:a="http://schemas.openxmlformats.org/drawingml/2006/main">
            <a:off x="6978650" y="1320165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79" name="">
            <a:extLst xmlns:a="http://schemas.openxmlformats.org/drawingml/2006/main">
              <a:ext uri="{FF2B5EF4-FFF2-40B4-BE49-F238E27FC236}">
                <a16:creationId xmlns:a16="http://schemas.microsoft.com/office/drawing/2014/main" id="{8D2D7AED-A759-4A80-AB52-6773991DBF7D}"/>
              </a:ext>
            </a:extLst>
          </p:cNvPr>
          <p:cNvPicPr>
            <a:picLocks xmlns:a="http://schemas.openxmlformats.org/drawingml/2006/main" noChangeAspect="1"/>
          </p:cNvPicPr>
          <p:nvPr/>
        </p:nvPicPr>
        <p:blipFill>
          <a:blip xmlns:r="http://schemas.openxmlformats.org/officeDocument/2006/relationships" xmlns:a="http://schemas.openxmlformats.org/drawingml/2006/main" r:embed="R9b399021eed744bd"/>
          <a:stretch xmlns:a="http://schemas.openxmlformats.org/drawingml/2006/main"/>
        </p:blipFill>
        <p:spPr>
          <a:xfrm xmlns:a="http://schemas.openxmlformats.org/drawingml/2006/main">
            <a:off x="7092950" y="13420725"/>
            <a:ext cx="285750" cy="285750"/>
          </a:xfrm>
          <a:prstGeom xmlns:a="http://schemas.openxmlformats.org/drawingml/2006/main" prst="rect">
            <a:avLst/>
          </a:prstGeom>
        </p:spPr>
      </p:pic>
      <p:sp>
        <p:nvSpPr>
          <p:cNvPr id="180" name="Docker Compose Kafka and MongoDB">
            <a:extLst xmlns:a="http://schemas.openxmlformats.org/drawingml/2006/main">
              <a:ext uri="{FF2B5EF4-FFF2-40B4-BE49-F238E27FC236}">
                <a16:creationId xmlns:a16="http://schemas.microsoft.com/office/drawing/2014/main" id="{45CAA0D2-F232-4DE2-A350-A293B362D78D}"/>
              </a:ext>
            </a:extLst>
          </p:cNvPr>
          <p:cNvSpPr>
            <a:spLocks xmlns:a="http://schemas.openxmlformats.org/drawingml/2006/main" noGrp="1"/>
          </p:cNvSpPr>
          <p:nvPr/>
        </p:nvSpPr>
        <p:spPr>
          <a:xfrm xmlns:a="http://schemas.openxmlformats.org/drawingml/2006/main">
            <a:off x="7454900" y="1326832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000000"/>
                </a:solidFill>
                <a:latin typeface="Arial"/>
                <a:ea typeface="Arial"/>
                <a:cs typeface="Arial"/>
              </a:defRPr>
            </a:defPPr>
            <a:lvl1pPr algn="ctr">
              <a:defRPr sz="1800" b="0">
                <a:solidFill>
                  <a:srgbClr val="000000"/>
                </a:solidFill>
                <a:latin typeface="Arial"/>
                <a:ea typeface="Arial"/>
                <a:cs typeface="Arial"/>
              </a:defRPr>
            </a:lvl1pPr>
            <a:lvl2pPr algn="ctr">
              <a:defRPr sz="1800" b="0">
                <a:solidFill>
                  <a:srgbClr val="000000"/>
                </a:solidFill>
                <a:latin typeface="Arial"/>
                <a:ea typeface="Arial"/>
                <a:cs typeface="Arial"/>
              </a:defRPr>
            </a:lvl2pPr>
            <a:lvl3pPr algn="ctr">
              <a:defRPr sz="1800" b="0">
                <a:solidFill>
                  <a:srgbClr val="000000"/>
                </a:solidFill>
                <a:latin typeface="Arial"/>
                <a:ea typeface="Arial"/>
                <a:cs typeface="Arial"/>
              </a:defRPr>
            </a:lvl3pPr>
            <a:lvl4pPr algn="ctr">
              <a:defRPr sz="1800" b="0">
                <a:solidFill>
                  <a:srgbClr val="000000"/>
                </a:solidFill>
                <a:latin typeface="Arial"/>
                <a:ea typeface="Arial"/>
                <a:cs typeface="Arial"/>
              </a:defRPr>
            </a:lvl4pPr>
            <a:lvl5pPr algn="ctr">
              <a:defRPr sz="1800" b="0">
                <a:solidFill>
                  <a:srgbClr val="000000"/>
                </a:solidFill>
                <a:latin typeface="Arial"/>
                <a:ea typeface="Arial"/>
                <a:cs typeface="Arial"/>
              </a:defRPr>
            </a:lvl5pPr>
            <a:lvl6pPr algn="ctr">
              <a:defRPr sz="1800" b="0">
                <a:solidFill>
                  <a:srgbClr val="000000"/>
                </a:solidFill>
                <a:latin typeface="Arial"/>
                <a:ea typeface="Arial"/>
                <a:cs typeface="Arial"/>
              </a:defRPr>
            </a:lvl6pPr>
            <a:lvl7pPr algn="ctr">
              <a:defRPr sz="1800" b="0">
                <a:solidFill>
                  <a:srgbClr val="000000"/>
                </a:solidFill>
                <a:latin typeface="Arial"/>
                <a:ea typeface="Arial"/>
                <a:cs typeface="Arial"/>
              </a:defRPr>
            </a:lvl7pPr>
            <a:lvl8pPr algn="ctr">
              <a:defRPr sz="1800" b="0">
                <a:solidFill>
                  <a:srgbClr val="000000"/>
                </a:solidFill>
                <a:latin typeface="Arial"/>
                <a:ea typeface="Arial"/>
                <a:cs typeface="Arial"/>
              </a:defRPr>
            </a:lvl8pPr>
            <a:lvl9pPr algn="ctr">
              <a:defRPr sz="1800" b="0">
                <a:solidFill>
                  <a:srgbClr val="000000"/>
                </a:solidFill>
                <a:latin typeface="Arial"/>
                <a:ea typeface="Arial"/>
                <a:cs typeface="Arial"/>
              </a:defRPr>
            </a:lvl9pPr>
          </a:lstStyle>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Docker Compose</a:t>
            </a:r>
          </a:p>
          <a:p xmlns:a="http://schemas.openxmlformats.org/drawingml/2006/main">
            <a:pPr algn="ctr">
              <a:lnSpc>
                <a:spcPct val="103000"/>
              </a:lnSpc>
              <a:buNone/>
              <a:defRPr sz="1800" b="0">
                <a:solidFill>
                  <a:srgbClr val="000000"/>
                </a:solidFill>
                <a:latin typeface="Arial"/>
                <a:ea typeface="Arial"/>
                <a:cs typeface="Arial"/>
              </a:defRPr>
            </a:pPr>
            <a:r>
              <a:rPr sz="1800" b="0">
                <a:solidFill>
                  <a:srgbClr val="000000"/>
                </a:solidFill>
                <a:latin typeface="Arial"/>
                <a:ea typeface="Arial"/>
                <a:cs typeface="Arial"/>
              </a:rPr>
              <a:t>Kafka and MongoDB</a:t>
            </a:r>
          </a:p>
        </p:txBody>
      </p:sp>
      <p:sp>
        <p:nvSpPr>
          <p:cNvPr id="181" name="">
            <a:extLst xmlns:a="http://schemas.openxmlformats.org/drawingml/2006/main">
              <a:ext uri="{FF2B5EF4-FFF2-40B4-BE49-F238E27FC236}">
                <a16:creationId xmlns:a16="http://schemas.microsoft.com/office/drawing/2014/main" id="{0A301EF3-B0AA-417B-BB17-1D8E0252D3FA}"/>
              </a:ext>
            </a:extLst>
          </p:cNvPr>
          <p:cNvSpPr>
            <a:spLocks xmlns:a="http://schemas.openxmlformats.org/drawingml/2006/main" noGrp="1"/>
          </p:cNvSpPr>
          <p:nvPr/>
        </p:nvSpPr>
        <p:spPr>
          <a:xfrm xmlns:a="http://schemas.openxmlformats.org/drawingml/2006/main">
            <a:off x="11918950" y="13201650"/>
            <a:ext cx="48450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ln>
        </p:spPr>
      </p:sp>
      <p:pic>
        <p:nvPicPr>
          <p:cNvPr id="182" name="">
            <a:extLst xmlns:a="http://schemas.openxmlformats.org/drawingml/2006/main">
              <a:ext uri="{FF2B5EF4-FFF2-40B4-BE49-F238E27FC236}">
                <a16:creationId xmlns:a16="http://schemas.microsoft.com/office/drawing/2014/main" id="{F82728A6-1671-4133-9037-94D07FF91414}"/>
              </a:ext>
            </a:extLst>
          </p:cNvPr>
          <p:cNvPicPr>
            <a:picLocks xmlns:a="http://schemas.openxmlformats.org/drawingml/2006/main" noChangeAspect="1"/>
          </p:cNvPicPr>
          <p:nvPr/>
        </p:nvPicPr>
        <p:blipFill>
          <a:blip xmlns:r="http://schemas.openxmlformats.org/officeDocument/2006/relationships" xmlns:a="http://schemas.openxmlformats.org/drawingml/2006/main" r:embed="Rc2591cfb6fac4830"/>
          <a:stretch xmlns:a="http://schemas.openxmlformats.org/drawingml/2006/main"/>
        </p:blipFill>
        <p:spPr>
          <a:xfrm xmlns:a="http://schemas.openxmlformats.org/drawingml/2006/main">
            <a:off x="12033250" y="13420725"/>
            <a:ext cx="285750" cy="285750"/>
          </a:xfrm>
          <a:prstGeom xmlns:a="http://schemas.openxmlformats.org/drawingml/2006/main" prst="rect">
            <a:avLst/>
          </a:prstGeom>
        </p:spPr>
      </p:pic>
      <p:sp>
        <p:nvSpPr>
          <p:cNvPr id="183" name="Model artifacts Versioned bundles and HF model">
            <a:extLst xmlns:a="http://schemas.openxmlformats.org/drawingml/2006/main">
              <a:ext uri="{FF2B5EF4-FFF2-40B4-BE49-F238E27FC236}">
                <a16:creationId xmlns:a16="http://schemas.microsoft.com/office/drawing/2014/main" id="{8FF53739-3584-4FA3-86A7-947F777A2418}"/>
              </a:ext>
            </a:extLst>
          </p:cNvPr>
          <p:cNvSpPr>
            <a:spLocks xmlns:a="http://schemas.openxmlformats.org/drawingml/2006/main" noGrp="1"/>
          </p:cNvSpPr>
          <p:nvPr/>
        </p:nvSpPr>
        <p:spPr>
          <a:xfrm xmlns:a="http://schemas.openxmlformats.org/drawingml/2006/main">
            <a:off x="12395200" y="13268325"/>
            <a:ext cx="429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000000"/>
                </a:solidFill>
                <a:latin typeface="Arial"/>
                <a:ea typeface="Arial"/>
                <a:cs typeface="Arial"/>
              </a:defRPr>
            </a:defPPr>
            <a:lvl1pPr algn="ctr">
              <a:defRPr sz="1725" b="0">
                <a:solidFill>
                  <a:srgbClr val="000000"/>
                </a:solidFill>
                <a:latin typeface="Arial"/>
                <a:ea typeface="Arial"/>
                <a:cs typeface="Arial"/>
              </a:defRPr>
            </a:lvl1pPr>
            <a:lvl2pPr algn="ctr">
              <a:defRPr sz="1725" b="0">
                <a:solidFill>
                  <a:srgbClr val="000000"/>
                </a:solidFill>
                <a:latin typeface="Arial"/>
                <a:ea typeface="Arial"/>
                <a:cs typeface="Arial"/>
              </a:defRPr>
            </a:lvl2pPr>
            <a:lvl3pPr algn="ctr">
              <a:defRPr sz="1725" b="0">
                <a:solidFill>
                  <a:srgbClr val="000000"/>
                </a:solidFill>
                <a:latin typeface="Arial"/>
                <a:ea typeface="Arial"/>
                <a:cs typeface="Arial"/>
              </a:defRPr>
            </a:lvl3pPr>
            <a:lvl4pPr algn="ctr">
              <a:defRPr sz="1725" b="0">
                <a:solidFill>
                  <a:srgbClr val="000000"/>
                </a:solidFill>
                <a:latin typeface="Arial"/>
                <a:ea typeface="Arial"/>
                <a:cs typeface="Arial"/>
              </a:defRPr>
            </a:lvl4pPr>
            <a:lvl5pPr algn="ctr">
              <a:defRPr sz="1725" b="0">
                <a:solidFill>
                  <a:srgbClr val="000000"/>
                </a:solidFill>
                <a:latin typeface="Arial"/>
                <a:ea typeface="Arial"/>
                <a:cs typeface="Arial"/>
              </a:defRPr>
            </a:lvl5pPr>
            <a:lvl6pPr algn="ctr">
              <a:defRPr sz="1725" b="0">
                <a:solidFill>
                  <a:srgbClr val="000000"/>
                </a:solidFill>
                <a:latin typeface="Arial"/>
                <a:ea typeface="Arial"/>
                <a:cs typeface="Arial"/>
              </a:defRPr>
            </a:lvl6pPr>
            <a:lvl7pPr algn="ctr">
              <a:defRPr sz="1725" b="0">
                <a:solidFill>
                  <a:srgbClr val="000000"/>
                </a:solidFill>
                <a:latin typeface="Arial"/>
                <a:ea typeface="Arial"/>
                <a:cs typeface="Arial"/>
              </a:defRPr>
            </a:lvl7pPr>
            <a:lvl8pPr algn="ctr">
              <a:defRPr sz="1725" b="0">
                <a:solidFill>
                  <a:srgbClr val="000000"/>
                </a:solidFill>
                <a:latin typeface="Arial"/>
                <a:ea typeface="Arial"/>
                <a:cs typeface="Arial"/>
              </a:defRPr>
            </a:lvl8pPr>
            <a:lvl9pPr algn="ctr">
              <a:defRPr sz="1725" b="0">
                <a:solidFill>
                  <a:srgbClr val="000000"/>
                </a:solidFill>
                <a:latin typeface="Arial"/>
                <a:ea typeface="Arial"/>
                <a:cs typeface="Arial"/>
              </a:defRPr>
            </a:lvl9pPr>
          </a:lstStyle>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Model artifacts</a:t>
            </a:r>
          </a:p>
          <a:p xmlns:a="http://schemas.openxmlformats.org/drawingml/2006/main">
            <a:pPr algn="ctr">
              <a:lnSpc>
                <a:spcPct val="103000"/>
              </a:lnSpc>
              <a:buNone/>
              <a:defRPr sz="1725" b="0">
                <a:solidFill>
                  <a:srgbClr val="000000"/>
                </a:solidFill>
                <a:latin typeface="Arial"/>
                <a:ea typeface="Arial"/>
                <a:cs typeface="Arial"/>
              </a:defRPr>
            </a:pPr>
            <a:r>
              <a:rPr sz="1725" b="0">
                <a:solidFill>
                  <a:srgbClr val="000000"/>
                </a:solidFill>
                <a:latin typeface="Arial"/>
                <a:ea typeface="Arial"/>
                <a:cs typeface="Arial"/>
              </a:rPr>
              <a:t>Versioned bundles and HF model</a:t>
            </a:r>
          </a:p>
        </p:txBody>
      </p:sp>
      <p:sp>
        <p:nvSpPr>
          <p:cNvPr id="184" name="Layers 9-10 support the application services. Audio, video and review describe the target ">
            <a:extLst xmlns:a="http://schemas.openxmlformats.org/drawingml/2006/main">
              <a:ext uri="{FF2B5EF4-FFF2-40B4-BE49-F238E27FC236}">
                <a16:creationId xmlns:a16="http://schemas.microsoft.com/office/drawing/2014/main" id="{676DBB39-5726-47F9-A029-56FF75A63ECD}"/>
              </a:ext>
            </a:extLst>
          </p:cNvPr>
          <p:cNvSpPr>
            <a:spLocks xmlns:a="http://schemas.openxmlformats.org/drawingml/2006/main" noGrp="1"/>
          </p:cNvSpPr>
          <p:nvPr/>
        </p:nvSpPr>
        <p:spPr>
          <a:xfrm xmlns:a="http://schemas.openxmlformats.org/drawingml/2006/main">
            <a:off x="228600" y="14077950"/>
            <a:ext cx="16535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lnSpc>
                <a:spcPct val="103000"/>
              </a:lnSpc>
              <a:buNone/>
              <a:defRPr sz="1500" b="0">
                <a:solidFill>
                  <a:srgbClr val="000000"/>
                </a:solidFill>
                <a:latin typeface="Arial"/>
                <a:ea typeface="Arial"/>
                <a:cs typeface="Arial"/>
              </a:defRPr>
            </a:pPr>
            <a:r>
              <a:rPr sz="1500" b="0">
                <a:solidFill>
                  <a:srgbClr val="000000"/>
                </a:solidFill>
                <a:latin typeface="Arial"/>
                <a:ea typeface="Arial"/>
                <a:cs typeface="Arial"/>
              </a:rPr>
              <a:t>Layers 9-10 support the application services. Audio, video and review describe the target design and require implementation and validation.</a:t>
            </a:r>
          </a:p>
        </p:txBody>
      </p:sp>
    </p:spTree>
    <p:extLst>
      <p:ext uri="{BB962C8B-B14F-4D97-AF65-F5344CB8AC3E}">
        <p14:creationId xmlns:p14="http://schemas.microsoft.com/office/powerpoint/2010/main" val="95117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2026-10-18T17:27:58.8640000Z</dcterms:created>
  <dcterms:modified xsi:type="dcterms:W3CDTF">2026-10-18T17:27:58.8650000Z</dcterms:modified>
</coreProperties>
</file>